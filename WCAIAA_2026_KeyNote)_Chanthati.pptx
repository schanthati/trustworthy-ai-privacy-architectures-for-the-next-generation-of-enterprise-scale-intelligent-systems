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4.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15.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16.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1"/>
  </p:sldMasterIdLst>
  <p:notesMasterIdLst>
    <p:notesMasterId r:id="rId19"/>
  </p:notesMasterIdLst>
  <p:sldIdLst>
    <p:sldId id="256" r:id="rId2"/>
    <p:sldId id="283" r:id="rId3"/>
    <p:sldId id="284" r:id="rId4"/>
    <p:sldId id="285" r:id="rId5"/>
    <p:sldId id="286" r:id="rId6"/>
    <p:sldId id="295" r:id="rId7"/>
    <p:sldId id="287" r:id="rId8"/>
    <p:sldId id="296" r:id="rId9"/>
    <p:sldId id="297" r:id="rId10"/>
    <p:sldId id="288" r:id="rId11"/>
    <p:sldId id="289" r:id="rId12"/>
    <p:sldId id="290" r:id="rId13"/>
    <p:sldId id="291" r:id="rId14"/>
    <p:sldId id="292" r:id="rId15"/>
    <p:sldId id="293" r:id="rId16"/>
    <p:sldId id="294" r:id="rId17"/>
    <p:sldId id="270" r:id="rId18"/>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DC89625-FFAD-495E-8844-3F1C17DA8AEF}" v="105" dt="2026-06-04T20:42:44.63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60" d="100"/>
          <a:sy n="60" d="100"/>
        </p:scale>
        <p:origin x="1460" y="4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asibhushan Chanthati" userId="b483317d51d3cb65" providerId="LiveId" clId="{9F70B023-3F7E-4767-AA40-8721E98351B9}"/>
    <pc:docChg chg="undo custSel addSld delSld modSld sldOrd">
      <pc:chgData name="Sasibhushan Chanthati" userId="b483317d51d3cb65" providerId="LiveId" clId="{9F70B023-3F7E-4767-AA40-8721E98351B9}" dt="2026-06-04T20:42:50.591" v="1402" actId="1076"/>
      <pc:docMkLst>
        <pc:docMk/>
      </pc:docMkLst>
      <pc:sldChg chg="addSp delSp modSp mod">
        <pc:chgData name="Sasibhushan Chanthati" userId="b483317d51d3cb65" providerId="LiveId" clId="{9F70B023-3F7E-4767-AA40-8721E98351B9}" dt="2026-06-04T20:02:09.865" v="970" actId="14100"/>
        <pc:sldMkLst>
          <pc:docMk/>
          <pc:sldMk cId="0" sldId="256"/>
        </pc:sldMkLst>
        <pc:spChg chg="mod">
          <ac:chgData name="Sasibhushan Chanthati" userId="b483317d51d3cb65" providerId="LiveId" clId="{9F70B023-3F7E-4767-AA40-8721E98351B9}" dt="2026-06-04T20:02:09.865" v="970" actId="14100"/>
          <ac:spMkLst>
            <pc:docMk/>
            <pc:sldMk cId="0" sldId="256"/>
            <ac:spMk id="2" creationId="{00000000-0000-0000-0000-000000000000}"/>
          </ac:spMkLst>
        </pc:spChg>
        <pc:spChg chg="mod">
          <ac:chgData name="Sasibhushan Chanthati" userId="b483317d51d3cb65" providerId="LiveId" clId="{9F70B023-3F7E-4767-AA40-8721E98351B9}" dt="2026-06-04T20:02:03.674" v="969" actId="255"/>
          <ac:spMkLst>
            <pc:docMk/>
            <pc:sldMk cId="0" sldId="256"/>
            <ac:spMk id="3" creationId="{00000000-0000-0000-0000-000000000000}"/>
          </ac:spMkLst>
        </pc:spChg>
      </pc:sldChg>
      <pc:sldChg chg="del">
        <pc:chgData name="Sasibhushan Chanthati" userId="b483317d51d3cb65" providerId="LiveId" clId="{9F70B023-3F7E-4767-AA40-8721E98351B9}" dt="2026-06-04T19:44:44.227" v="827" actId="47"/>
        <pc:sldMkLst>
          <pc:docMk/>
          <pc:sldMk cId="0" sldId="259"/>
        </pc:sldMkLst>
      </pc:sldChg>
      <pc:sldChg chg="del">
        <pc:chgData name="Sasibhushan Chanthati" userId="b483317d51d3cb65" providerId="LiveId" clId="{9F70B023-3F7E-4767-AA40-8721E98351B9}" dt="2026-06-04T19:44:59.071" v="828" actId="47"/>
        <pc:sldMkLst>
          <pc:docMk/>
          <pc:sldMk cId="0" sldId="260"/>
        </pc:sldMkLst>
      </pc:sldChg>
      <pc:sldChg chg="del">
        <pc:chgData name="Sasibhushan Chanthati" userId="b483317d51d3cb65" providerId="LiveId" clId="{9F70B023-3F7E-4767-AA40-8721E98351B9}" dt="2026-06-04T20:03:33.314" v="984" actId="47"/>
        <pc:sldMkLst>
          <pc:docMk/>
          <pc:sldMk cId="0" sldId="261"/>
        </pc:sldMkLst>
      </pc:sldChg>
      <pc:sldChg chg="del ord">
        <pc:chgData name="Sasibhushan Chanthati" userId="b483317d51d3cb65" providerId="LiveId" clId="{9F70B023-3F7E-4767-AA40-8721E98351B9}" dt="2026-06-04T20:03:34.657" v="985" actId="47"/>
        <pc:sldMkLst>
          <pc:docMk/>
          <pc:sldMk cId="0" sldId="262"/>
        </pc:sldMkLst>
      </pc:sldChg>
      <pc:sldChg chg="del">
        <pc:chgData name="Sasibhushan Chanthati" userId="b483317d51d3cb65" providerId="LiveId" clId="{9F70B023-3F7E-4767-AA40-8721E98351B9}" dt="2026-06-04T20:03:35.777" v="986" actId="47"/>
        <pc:sldMkLst>
          <pc:docMk/>
          <pc:sldMk cId="0" sldId="263"/>
        </pc:sldMkLst>
      </pc:sldChg>
      <pc:sldChg chg="del">
        <pc:chgData name="Sasibhushan Chanthati" userId="b483317d51d3cb65" providerId="LiveId" clId="{9F70B023-3F7E-4767-AA40-8721E98351B9}" dt="2026-06-04T20:03:37.401" v="987" actId="47"/>
        <pc:sldMkLst>
          <pc:docMk/>
          <pc:sldMk cId="0" sldId="264"/>
        </pc:sldMkLst>
      </pc:sldChg>
      <pc:sldChg chg="add del">
        <pc:chgData name="Sasibhushan Chanthati" userId="b483317d51d3cb65" providerId="LiveId" clId="{9F70B023-3F7E-4767-AA40-8721E98351B9}" dt="2026-06-04T20:03:38.235" v="988" actId="47"/>
        <pc:sldMkLst>
          <pc:docMk/>
          <pc:sldMk cId="0" sldId="265"/>
        </pc:sldMkLst>
      </pc:sldChg>
      <pc:sldChg chg="del">
        <pc:chgData name="Sasibhushan Chanthati" userId="b483317d51d3cb65" providerId="LiveId" clId="{9F70B023-3F7E-4767-AA40-8721E98351B9}" dt="2026-06-04T20:03:38.801" v="989" actId="47"/>
        <pc:sldMkLst>
          <pc:docMk/>
          <pc:sldMk cId="0" sldId="266"/>
        </pc:sldMkLst>
      </pc:sldChg>
      <pc:sldChg chg="del">
        <pc:chgData name="Sasibhushan Chanthati" userId="b483317d51d3cb65" providerId="LiveId" clId="{9F70B023-3F7E-4767-AA40-8721E98351B9}" dt="2026-06-04T20:03:41.550" v="990" actId="47"/>
        <pc:sldMkLst>
          <pc:docMk/>
          <pc:sldMk cId="0" sldId="267"/>
        </pc:sldMkLst>
      </pc:sldChg>
      <pc:sldChg chg="del">
        <pc:chgData name="Sasibhushan Chanthati" userId="b483317d51d3cb65" providerId="LiveId" clId="{9F70B023-3F7E-4767-AA40-8721E98351B9}" dt="2026-06-04T20:03:42.808" v="991" actId="47"/>
        <pc:sldMkLst>
          <pc:docMk/>
          <pc:sldMk cId="0" sldId="268"/>
        </pc:sldMkLst>
      </pc:sldChg>
      <pc:sldChg chg="del">
        <pc:chgData name="Sasibhushan Chanthati" userId="b483317d51d3cb65" providerId="LiveId" clId="{9F70B023-3F7E-4767-AA40-8721E98351B9}" dt="2026-06-04T20:12:18.075" v="997" actId="47"/>
        <pc:sldMkLst>
          <pc:docMk/>
          <pc:sldMk cId="0" sldId="269"/>
        </pc:sldMkLst>
      </pc:sldChg>
      <pc:sldChg chg="addSp delSp modSp mod">
        <pc:chgData name="Sasibhushan Chanthati" userId="b483317d51d3cb65" providerId="LiveId" clId="{9F70B023-3F7E-4767-AA40-8721E98351B9}" dt="2026-06-04T20:42:50.591" v="1402" actId="1076"/>
        <pc:sldMkLst>
          <pc:docMk/>
          <pc:sldMk cId="0" sldId="270"/>
        </pc:sldMkLst>
        <pc:spChg chg="mod">
          <ac:chgData name="Sasibhushan Chanthati" userId="b483317d51d3cb65" providerId="LiveId" clId="{9F70B023-3F7E-4767-AA40-8721E98351B9}" dt="2026-05-16T21:08:36.918" v="702" actId="20577"/>
          <ac:spMkLst>
            <pc:docMk/>
            <pc:sldMk cId="0" sldId="270"/>
            <ac:spMk id="2" creationId="{00000000-0000-0000-0000-000000000000}"/>
          </ac:spMkLst>
        </pc:spChg>
        <pc:graphicFrameChg chg="mod modGraphic">
          <ac:chgData name="Sasibhushan Chanthati" userId="b483317d51d3cb65" providerId="LiveId" clId="{9F70B023-3F7E-4767-AA40-8721E98351B9}" dt="2026-06-04T20:35:03.827" v="1312"/>
          <ac:graphicFrameMkLst>
            <pc:docMk/>
            <pc:sldMk cId="0" sldId="270"/>
            <ac:graphicFrameMk id="5" creationId="{48605811-AA4A-2FAC-CBCE-710A9EA64EED}"/>
          </ac:graphicFrameMkLst>
        </pc:graphicFrameChg>
        <pc:graphicFrameChg chg="add mod">
          <ac:chgData name="Sasibhushan Chanthati" userId="b483317d51d3cb65" providerId="LiveId" clId="{9F70B023-3F7E-4767-AA40-8721E98351B9}" dt="2026-06-04T20:42:50.591" v="1402" actId="1076"/>
          <ac:graphicFrameMkLst>
            <pc:docMk/>
            <pc:sldMk cId="0" sldId="270"/>
            <ac:graphicFrameMk id="6" creationId="{AF0EBF76-6114-7475-24AC-9D64011E6557}"/>
          </ac:graphicFrameMkLst>
        </pc:graphicFrameChg>
        <pc:picChg chg="del mod">
          <ac:chgData name="Sasibhushan Chanthati" userId="b483317d51d3cb65" providerId="LiveId" clId="{9F70B023-3F7E-4767-AA40-8721E98351B9}" dt="2026-06-04T20:42:38.008" v="1400" actId="478"/>
          <ac:picMkLst>
            <pc:docMk/>
            <pc:sldMk cId="0" sldId="270"/>
            <ac:picMk id="3" creationId="{0B17790C-92A4-0757-3E61-7EDAAA70AEF3}"/>
          </ac:picMkLst>
        </pc:picChg>
        <pc:picChg chg="mod">
          <ac:chgData name="Sasibhushan Chanthati" userId="b483317d51d3cb65" providerId="LiveId" clId="{9F70B023-3F7E-4767-AA40-8721E98351B9}" dt="2026-06-04T20:35:06.704" v="1313" actId="1076"/>
          <ac:picMkLst>
            <pc:docMk/>
            <pc:sldMk cId="0" sldId="270"/>
            <ac:picMk id="8" creationId="{6B3D142E-7235-932A-A0C3-6B2CB5EAB1C5}"/>
          </ac:picMkLst>
        </pc:picChg>
      </pc:sldChg>
      <pc:sldChg chg="addSp delSp modSp del mod">
        <pc:chgData name="Sasibhushan Chanthati" userId="b483317d51d3cb65" providerId="LiveId" clId="{9F70B023-3F7E-4767-AA40-8721E98351B9}" dt="2026-06-04T20:18:34.379" v="1061" actId="47"/>
        <pc:sldMkLst>
          <pc:docMk/>
          <pc:sldMk cId="125021983" sldId="271"/>
        </pc:sldMkLst>
        <pc:picChg chg="mod">
          <ac:chgData name="Sasibhushan Chanthati" userId="b483317d51d3cb65" providerId="LiveId" clId="{9F70B023-3F7E-4767-AA40-8721E98351B9}" dt="2026-06-04T20:16:16.125" v="1030" actId="1076"/>
          <ac:picMkLst>
            <pc:docMk/>
            <pc:sldMk cId="125021983" sldId="271"/>
            <ac:picMk id="2" creationId="{5384D77C-B5A1-F2F4-EE5C-890980F196B0}"/>
          </ac:picMkLst>
        </pc:picChg>
        <pc:picChg chg="add mod">
          <ac:chgData name="Sasibhushan Chanthati" userId="b483317d51d3cb65" providerId="LiveId" clId="{9F70B023-3F7E-4767-AA40-8721E98351B9}" dt="2026-06-04T20:16:07.414" v="1028" actId="14100"/>
          <ac:picMkLst>
            <pc:docMk/>
            <pc:sldMk cId="125021983" sldId="271"/>
            <ac:picMk id="4" creationId="{8FF92803-5368-D4CA-E8E7-4F55004E90E4}"/>
          </ac:picMkLst>
        </pc:picChg>
        <pc:picChg chg="mod">
          <ac:chgData name="Sasibhushan Chanthati" userId="b483317d51d3cb65" providerId="LiveId" clId="{9F70B023-3F7E-4767-AA40-8721E98351B9}" dt="2026-06-04T20:16:10.621" v="1029" actId="14100"/>
          <ac:picMkLst>
            <pc:docMk/>
            <pc:sldMk cId="125021983" sldId="271"/>
            <ac:picMk id="14" creationId="{594A4E73-A73A-B186-2787-450E2EF8EC9B}"/>
          </ac:picMkLst>
        </pc:picChg>
      </pc:sldChg>
      <pc:sldChg chg="addSp delSp modSp del mod">
        <pc:chgData name="Sasibhushan Chanthati" userId="b483317d51d3cb65" providerId="LiveId" clId="{9F70B023-3F7E-4767-AA40-8721E98351B9}" dt="2026-06-04T20:21:11.748" v="1102" actId="47"/>
        <pc:sldMkLst>
          <pc:docMk/>
          <pc:sldMk cId="134004396" sldId="272"/>
        </pc:sldMkLst>
        <pc:picChg chg="mod">
          <ac:chgData name="Sasibhushan Chanthati" userId="b483317d51d3cb65" providerId="LiveId" clId="{9F70B023-3F7E-4767-AA40-8721E98351B9}" dt="2026-06-04T20:16:58.931" v="1038" actId="1076"/>
          <ac:picMkLst>
            <pc:docMk/>
            <pc:sldMk cId="134004396" sldId="272"/>
            <ac:picMk id="2" creationId="{50BD625C-F840-C243-7566-FF105E87ABA0}"/>
          </ac:picMkLst>
        </pc:picChg>
        <pc:picChg chg="mod">
          <ac:chgData name="Sasibhushan Chanthati" userId="b483317d51d3cb65" providerId="LiveId" clId="{9F70B023-3F7E-4767-AA40-8721E98351B9}" dt="2026-06-04T20:17:16.453" v="1042" actId="1076"/>
          <ac:picMkLst>
            <pc:docMk/>
            <pc:sldMk cId="134004396" sldId="272"/>
            <ac:picMk id="3" creationId="{8C8428CF-10BA-1C09-5384-A354C3D00C5E}"/>
          </ac:picMkLst>
        </pc:picChg>
        <pc:picChg chg="mod">
          <ac:chgData name="Sasibhushan Chanthati" userId="b483317d51d3cb65" providerId="LiveId" clId="{9F70B023-3F7E-4767-AA40-8721E98351B9}" dt="2026-06-04T20:17:03.379" v="1040" actId="1076"/>
          <ac:picMkLst>
            <pc:docMk/>
            <pc:sldMk cId="134004396" sldId="272"/>
            <ac:picMk id="6" creationId="{180D9A0B-7F64-E98B-6F24-C61CF03C46CB}"/>
          </ac:picMkLst>
        </pc:picChg>
        <pc:picChg chg="add del mod">
          <ac:chgData name="Sasibhushan Chanthati" userId="b483317d51d3cb65" providerId="LiveId" clId="{9F70B023-3F7E-4767-AA40-8721E98351B9}" dt="2026-06-04T20:19:25.531" v="1076" actId="478"/>
          <ac:picMkLst>
            <pc:docMk/>
            <pc:sldMk cId="134004396" sldId="272"/>
            <ac:picMk id="8" creationId="{B2B00687-2BD8-6AA0-8242-C0EB63B450A1}"/>
          </ac:picMkLst>
        </pc:picChg>
        <pc:picChg chg="del mod">
          <ac:chgData name="Sasibhushan Chanthati" userId="b483317d51d3cb65" providerId="LiveId" clId="{9F70B023-3F7E-4767-AA40-8721E98351B9}" dt="2026-06-04T20:19:51.873" v="1082" actId="21"/>
          <ac:picMkLst>
            <pc:docMk/>
            <pc:sldMk cId="134004396" sldId="272"/>
            <ac:picMk id="10" creationId="{32B1161E-3F85-99D3-B0DD-11EC766505A4}"/>
          </ac:picMkLst>
        </pc:picChg>
        <pc:picChg chg="mod">
          <ac:chgData name="Sasibhushan Chanthati" userId="b483317d51d3cb65" providerId="LiveId" clId="{9F70B023-3F7E-4767-AA40-8721E98351B9}" dt="2026-06-04T20:16:53.084" v="1037" actId="1076"/>
          <ac:picMkLst>
            <pc:docMk/>
            <pc:sldMk cId="134004396" sldId="272"/>
            <ac:picMk id="16" creationId="{64E67466-744E-781E-6436-0DF8670A5362}"/>
          </ac:picMkLst>
        </pc:picChg>
        <pc:picChg chg="del mod">
          <ac:chgData name="Sasibhushan Chanthati" userId="b483317d51d3cb65" providerId="LiveId" clId="{9F70B023-3F7E-4767-AA40-8721E98351B9}" dt="2026-06-04T20:20:20.464" v="1088" actId="21"/>
          <ac:picMkLst>
            <pc:docMk/>
            <pc:sldMk cId="134004396" sldId="272"/>
            <ac:picMk id="20" creationId="{AF8856E2-2440-55BF-4A40-CB680F7B6764}"/>
          </ac:picMkLst>
        </pc:picChg>
      </pc:sldChg>
      <pc:sldChg chg="addSp delSp modSp del mod">
        <pc:chgData name="Sasibhushan Chanthati" userId="b483317d51d3cb65" providerId="LiveId" clId="{9F70B023-3F7E-4767-AA40-8721E98351B9}" dt="2026-06-04T20:27:16.009" v="1183" actId="47"/>
        <pc:sldMkLst>
          <pc:docMk/>
          <pc:sldMk cId="657005405" sldId="273"/>
        </pc:sldMkLst>
        <pc:picChg chg="mod">
          <ac:chgData name="Sasibhushan Chanthati" userId="b483317d51d3cb65" providerId="LiveId" clId="{9F70B023-3F7E-4767-AA40-8721E98351B9}" dt="2026-06-04T20:17:32.371" v="1044" actId="1076"/>
          <ac:picMkLst>
            <pc:docMk/>
            <pc:sldMk cId="657005405" sldId="273"/>
            <ac:picMk id="2" creationId="{13ACBE3A-CDA0-23CA-7261-9B595D7454CD}"/>
          </ac:picMkLst>
        </pc:picChg>
        <pc:picChg chg="add del mod">
          <ac:chgData name="Sasibhushan Chanthati" userId="b483317d51d3cb65" providerId="LiveId" clId="{9F70B023-3F7E-4767-AA40-8721E98351B9}" dt="2026-06-04T20:25:11.828" v="1144" actId="21"/>
          <ac:picMkLst>
            <pc:docMk/>
            <pc:sldMk cId="657005405" sldId="273"/>
            <ac:picMk id="10" creationId="{9EC46AB1-AB2A-93B4-E006-2D18ABCBB718}"/>
          </ac:picMkLst>
        </pc:picChg>
        <pc:picChg chg="del mod">
          <ac:chgData name="Sasibhushan Chanthati" userId="b483317d51d3cb65" providerId="LiveId" clId="{9F70B023-3F7E-4767-AA40-8721E98351B9}" dt="2026-06-04T20:25:48.552" v="1155" actId="21"/>
          <ac:picMkLst>
            <pc:docMk/>
            <pc:sldMk cId="657005405" sldId="273"/>
            <ac:picMk id="18" creationId="{95D56BEC-7988-DBE4-110B-F8347AAD1475}"/>
          </ac:picMkLst>
        </pc:picChg>
        <pc:picChg chg="del">
          <ac:chgData name="Sasibhushan Chanthati" userId="b483317d51d3cb65" providerId="LiveId" clId="{9F70B023-3F7E-4767-AA40-8721E98351B9}" dt="2026-06-04T20:25:53.219" v="1157" actId="21"/>
          <ac:picMkLst>
            <pc:docMk/>
            <pc:sldMk cId="657005405" sldId="273"/>
            <ac:picMk id="22" creationId="{A90E0F28-3138-8BA6-45A1-AC4EE0C61A03}"/>
          </ac:picMkLst>
        </pc:picChg>
      </pc:sldChg>
      <pc:sldChg chg="delSp del mod">
        <pc:chgData name="Sasibhushan Chanthati" userId="b483317d51d3cb65" providerId="LiveId" clId="{9F70B023-3F7E-4767-AA40-8721E98351B9}" dt="2026-06-04T20:29:52.292" v="1232" actId="47"/>
        <pc:sldMkLst>
          <pc:docMk/>
          <pc:sldMk cId="818563011" sldId="274"/>
        </pc:sldMkLst>
        <pc:picChg chg="del">
          <ac:chgData name="Sasibhushan Chanthati" userId="b483317d51d3cb65" providerId="LiveId" clId="{9F70B023-3F7E-4767-AA40-8721E98351B9}" dt="2026-06-04T20:27:36.066" v="1189" actId="21"/>
          <ac:picMkLst>
            <pc:docMk/>
            <pc:sldMk cId="818563011" sldId="274"/>
            <ac:picMk id="3" creationId="{67A68620-5DA6-2898-A05C-0145B33B363E}"/>
          </ac:picMkLst>
        </pc:picChg>
        <pc:picChg chg="del">
          <ac:chgData name="Sasibhushan Chanthati" userId="b483317d51d3cb65" providerId="LiveId" clId="{9F70B023-3F7E-4767-AA40-8721E98351B9}" dt="2026-06-04T20:27:43.805" v="1192" actId="21"/>
          <ac:picMkLst>
            <pc:docMk/>
            <pc:sldMk cId="818563011" sldId="274"/>
            <ac:picMk id="8" creationId="{76579EAB-9D13-EFB7-706E-FD8FAE44D199}"/>
          </ac:picMkLst>
        </pc:picChg>
        <pc:picChg chg="del">
          <ac:chgData name="Sasibhushan Chanthati" userId="b483317d51d3cb65" providerId="LiveId" clId="{9F70B023-3F7E-4767-AA40-8721E98351B9}" dt="2026-06-04T20:27:52.681" v="1195" actId="21"/>
          <ac:picMkLst>
            <pc:docMk/>
            <pc:sldMk cId="818563011" sldId="274"/>
            <ac:picMk id="14" creationId="{E0CE7154-979C-672D-DF33-429E3DA5D29F}"/>
          </ac:picMkLst>
        </pc:picChg>
        <pc:picChg chg="del">
          <ac:chgData name="Sasibhushan Chanthati" userId="b483317d51d3cb65" providerId="LiveId" clId="{9F70B023-3F7E-4767-AA40-8721E98351B9}" dt="2026-06-04T20:28:09.846" v="1201" actId="21"/>
          <ac:picMkLst>
            <pc:docMk/>
            <pc:sldMk cId="818563011" sldId="274"/>
            <ac:picMk id="23" creationId="{7BCE1104-47E6-06AC-86EF-708FF0885318}"/>
          </ac:picMkLst>
        </pc:picChg>
      </pc:sldChg>
      <pc:sldChg chg="delSp del mod">
        <pc:chgData name="Sasibhushan Chanthati" userId="b483317d51d3cb65" providerId="LiveId" clId="{9F70B023-3F7E-4767-AA40-8721E98351B9}" dt="2026-06-04T20:31:02.606" v="1254" actId="47"/>
        <pc:sldMkLst>
          <pc:docMk/>
          <pc:sldMk cId="2049131167" sldId="275"/>
        </pc:sldMkLst>
        <pc:picChg chg="del">
          <ac:chgData name="Sasibhushan Chanthati" userId="b483317d51d3cb65" providerId="LiveId" clId="{9F70B023-3F7E-4767-AA40-8721E98351B9}" dt="2026-06-04T20:30:32.359" v="1243" actId="21"/>
          <ac:picMkLst>
            <pc:docMk/>
            <pc:sldMk cId="2049131167" sldId="275"/>
            <ac:picMk id="4" creationId="{CD544B8A-42A1-FBF3-C254-8B9682C99CD2}"/>
          </ac:picMkLst>
        </pc:picChg>
        <pc:picChg chg="del">
          <ac:chgData name="Sasibhushan Chanthati" userId="b483317d51d3cb65" providerId="LiveId" clId="{9F70B023-3F7E-4767-AA40-8721E98351B9}" dt="2026-06-04T20:30:41.352" v="1246" actId="21"/>
          <ac:picMkLst>
            <pc:docMk/>
            <pc:sldMk cId="2049131167" sldId="275"/>
            <ac:picMk id="10" creationId="{8873D5EA-E8A2-2FBD-E38F-1568D4F6F84D}"/>
          </ac:picMkLst>
        </pc:picChg>
      </pc:sldChg>
      <pc:sldChg chg="delSp del mod">
        <pc:chgData name="Sasibhushan Chanthati" userId="b483317d51d3cb65" providerId="LiveId" clId="{9F70B023-3F7E-4767-AA40-8721E98351B9}" dt="2026-06-04T20:32:07.688" v="1270" actId="47"/>
        <pc:sldMkLst>
          <pc:docMk/>
          <pc:sldMk cId="3345921578" sldId="276"/>
        </pc:sldMkLst>
        <pc:picChg chg="del">
          <ac:chgData name="Sasibhushan Chanthati" userId="b483317d51d3cb65" providerId="LiveId" clId="{9F70B023-3F7E-4767-AA40-8721E98351B9}" dt="2026-06-04T20:31:14.587" v="1256" actId="21"/>
          <ac:picMkLst>
            <pc:docMk/>
            <pc:sldMk cId="3345921578" sldId="276"/>
            <ac:picMk id="3" creationId="{F59E1B0F-7590-A5D8-3FFE-670FF17A6FE4}"/>
          </ac:picMkLst>
        </pc:picChg>
        <pc:picChg chg="del">
          <ac:chgData name="Sasibhushan Chanthati" userId="b483317d51d3cb65" providerId="LiveId" clId="{9F70B023-3F7E-4767-AA40-8721E98351B9}" dt="2026-06-04T20:32:04.896" v="1269" actId="478"/>
          <ac:picMkLst>
            <pc:docMk/>
            <pc:sldMk cId="3345921578" sldId="276"/>
            <ac:picMk id="7" creationId="{02A526E7-A0A1-3761-DEF1-E4081777889E}"/>
          </ac:picMkLst>
        </pc:picChg>
        <pc:picChg chg="del">
          <ac:chgData name="Sasibhushan Chanthati" userId="b483317d51d3cb65" providerId="LiveId" clId="{9F70B023-3F7E-4767-AA40-8721E98351B9}" dt="2026-06-04T20:31:26.942" v="1261" actId="21"/>
          <ac:picMkLst>
            <pc:docMk/>
            <pc:sldMk cId="3345921578" sldId="276"/>
            <ac:picMk id="8" creationId="{23A0B2FB-FFC4-1C96-D8FE-6E9877B459DD}"/>
          </ac:picMkLst>
        </pc:picChg>
        <pc:picChg chg="del">
          <ac:chgData name="Sasibhushan Chanthati" userId="b483317d51d3cb65" providerId="LiveId" clId="{9F70B023-3F7E-4767-AA40-8721E98351B9}" dt="2026-06-04T20:31:39.706" v="1264" actId="21"/>
          <ac:picMkLst>
            <pc:docMk/>
            <pc:sldMk cId="3345921578" sldId="276"/>
            <ac:picMk id="14" creationId="{EE665E20-1707-A31B-9BAE-7B23DDC146D9}"/>
          </ac:picMkLst>
        </pc:picChg>
      </pc:sldChg>
      <pc:sldChg chg="delSp del mod">
        <pc:chgData name="Sasibhushan Chanthati" userId="b483317d51d3cb65" providerId="LiveId" clId="{9F70B023-3F7E-4767-AA40-8721E98351B9}" dt="2026-06-04T20:34:12.944" v="1305" actId="47"/>
        <pc:sldMkLst>
          <pc:docMk/>
          <pc:sldMk cId="235748835" sldId="277"/>
        </pc:sldMkLst>
        <pc:picChg chg="del">
          <ac:chgData name="Sasibhushan Chanthati" userId="b483317d51d3cb65" providerId="LiveId" clId="{9F70B023-3F7E-4767-AA40-8721E98351B9}" dt="2026-06-04T20:32:33.983" v="1275" actId="21"/>
          <ac:picMkLst>
            <pc:docMk/>
            <pc:sldMk cId="235748835" sldId="277"/>
            <ac:picMk id="4" creationId="{67A4C274-C9C1-EEBE-B3FB-803782F33F73}"/>
          </ac:picMkLst>
        </pc:picChg>
        <pc:picChg chg="del">
          <ac:chgData name="Sasibhushan Chanthati" userId="b483317d51d3cb65" providerId="LiveId" clId="{9F70B023-3F7E-4767-AA40-8721E98351B9}" dt="2026-06-04T20:32:41.896" v="1278" actId="21"/>
          <ac:picMkLst>
            <pc:docMk/>
            <pc:sldMk cId="235748835" sldId="277"/>
            <ac:picMk id="10" creationId="{A70D8188-CD7B-598E-5C76-4BBD946B855C}"/>
          </ac:picMkLst>
        </pc:picChg>
      </pc:sldChg>
      <pc:sldChg chg="addSp delSp modSp del mod">
        <pc:chgData name="Sasibhushan Chanthati" userId="b483317d51d3cb65" providerId="LiveId" clId="{9F70B023-3F7E-4767-AA40-8721E98351B9}" dt="2026-06-04T19:44:59.680" v="829" actId="47"/>
        <pc:sldMkLst>
          <pc:docMk/>
          <pc:sldMk cId="903277278" sldId="279"/>
        </pc:sldMkLst>
        <pc:spChg chg="add mod">
          <ac:chgData name="Sasibhushan Chanthati" userId="b483317d51d3cb65" providerId="LiveId" clId="{9F70B023-3F7E-4767-AA40-8721E98351B9}" dt="2026-06-04T19:33:59.106" v="761" actId="478"/>
          <ac:spMkLst>
            <pc:docMk/>
            <pc:sldMk cId="903277278" sldId="279"/>
            <ac:spMk id="5" creationId="{B7B596D2-6A11-9A90-9022-31D82F2ACDDF}"/>
          </ac:spMkLst>
        </pc:spChg>
        <pc:picChg chg="mod">
          <ac:chgData name="Sasibhushan Chanthati" userId="b483317d51d3cb65" providerId="LiveId" clId="{9F70B023-3F7E-4767-AA40-8721E98351B9}" dt="2026-06-04T19:34:06.108" v="762" actId="14100"/>
          <ac:picMkLst>
            <pc:docMk/>
            <pc:sldMk cId="903277278" sldId="279"/>
            <ac:picMk id="3" creationId="{EA601944-3890-8A54-13E0-B3BBA646D2F7}"/>
          </ac:picMkLst>
        </pc:picChg>
        <pc:picChg chg="del">
          <ac:chgData name="Sasibhushan Chanthati" userId="b483317d51d3cb65" providerId="LiveId" clId="{9F70B023-3F7E-4767-AA40-8721E98351B9}" dt="2026-06-04T19:33:59.106" v="761" actId="478"/>
          <ac:picMkLst>
            <pc:docMk/>
            <pc:sldMk cId="903277278" sldId="279"/>
            <ac:picMk id="10" creationId="{E28AA8FB-940B-40E2-C563-A6BFFA56F642}"/>
          </ac:picMkLst>
        </pc:picChg>
      </pc:sldChg>
      <pc:sldChg chg="del">
        <pc:chgData name="Sasibhushan Chanthati" userId="b483317d51d3cb65" providerId="LiveId" clId="{9F70B023-3F7E-4767-AA40-8721E98351B9}" dt="2026-06-04T20:03:27.452" v="982" actId="47"/>
        <pc:sldMkLst>
          <pc:docMk/>
          <pc:sldMk cId="17018151" sldId="280"/>
        </pc:sldMkLst>
      </pc:sldChg>
      <pc:sldChg chg="del">
        <pc:chgData name="Sasibhushan Chanthati" userId="b483317d51d3cb65" providerId="LiveId" clId="{9F70B023-3F7E-4767-AA40-8721E98351B9}" dt="2026-06-04T20:03:31.226" v="983" actId="47"/>
        <pc:sldMkLst>
          <pc:docMk/>
          <pc:sldMk cId="1022028119" sldId="281"/>
        </pc:sldMkLst>
      </pc:sldChg>
      <pc:sldChg chg="addSp delSp modSp add del mod">
        <pc:chgData name="Sasibhushan Chanthati" userId="b483317d51d3cb65" providerId="LiveId" clId="{9F70B023-3F7E-4767-AA40-8721E98351B9}" dt="2026-06-04T20:03:22.134" v="981" actId="47"/>
        <pc:sldMkLst>
          <pc:docMk/>
          <pc:sldMk cId="22937087" sldId="282"/>
        </pc:sldMkLst>
        <pc:picChg chg="add del mod">
          <ac:chgData name="Sasibhushan Chanthati" userId="b483317d51d3cb65" providerId="LiveId" clId="{9F70B023-3F7E-4767-AA40-8721E98351B9}" dt="2026-06-04T19:52:00.424" v="855" actId="478"/>
          <ac:picMkLst>
            <pc:docMk/>
            <pc:sldMk cId="22937087" sldId="282"/>
            <ac:picMk id="7" creationId="{DE7684CF-AF93-1D47-701F-0112B8C078C7}"/>
          </ac:picMkLst>
        </pc:picChg>
      </pc:sldChg>
      <pc:sldChg chg="addSp delSp modSp add mod ord">
        <pc:chgData name="Sasibhushan Chanthati" userId="b483317d51d3cb65" providerId="LiveId" clId="{9F70B023-3F7E-4767-AA40-8721E98351B9}" dt="2026-06-04T20:02:31.519" v="973" actId="14100"/>
        <pc:sldMkLst>
          <pc:docMk/>
          <pc:sldMk cId="1859209468" sldId="283"/>
        </pc:sldMkLst>
        <pc:spChg chg="del">
          <ac:chgData name="Sasibhushan Chanthati" userId="b483317d51d3cb65" providerId="LiveId" clId="{9F70B023-3F7E-4767-AA40-8721E98351B9}" dt="2026-06-04T19:34:33.649" v="773" actId="478"/>
          <ac:spMkLst>
            <pc:docMk/>
            <pc:sldMk cId="1859209468" sldId="283"/>
            <ac:spMk id="2" creationId="{3705992F-0416-1524-C90E-D65CD9D4B605}"/>
          </ac:spMkLst>
        </pc:spChg>
        <pc:spChg chg="add del mod">
          <ac:chgData name="Sasibhushan Chanthati" userId="b483317d51d3cb65" providerId="LiveId" clId="{9F70B023-3F7E-4767-AA40-8721E98351B9}" dt="2026-06-04T19:34:30.821" v="772" actId="478"/>
          <ac:spMkLst>
            <pc:docMk/>
            <pc:sldMk cId="1859209468" sldId="283"/>
            <ac:spMk id="6" creationId="{6C3095E2-35BC-C590-A093-199EA0CB2AB1}"/>
          </ac:spMkLst>
        </pc:spChg>
        <pc:spChg chg="add del mod">
          <ac:chgData name="Sasibhushan Chanthati" userId="b483317d51d3cb65" providerId="LiveId" clId="{9F70B023-3F7E-4767-AA40-8721E98351B9}" dt="2026-06-04T19:34:47.911" v="776" actId="478"/>
          <ac:spMkLst>
            <pc:docMk/>
            <pc:sldMk cId="1859209468" sldId="283"/>
            <ac:spMk id="9" creationId="{593370EE-9E10-2F2C-7C37-652DE6420692}"/>
          </ac:spMkLst>
        </pc:spChg>
        <pc:graphicFrameChg chg="del mod modGraphic">
          <ac:chgData name="Sasibhushan Chanthati" userId="b483317d51d3cb65" providerId="LiveId" clId="{9F70B023-3F7E-4767-AA40-8721E98351B9}" dt="2026-06-04T19:34:25.071" v="771" actId="478"/>
          <ac:graphicFrameMkLst>
            <pc:docMk/>
            <pc:sldMk cId="1859209468" sldId="283"/>
            <ac:graphicFrameMk id="5" creationId="{99AD1954-69D7-3C9A-4C85-00D4893F9154}"/>
          </ac:graphicFrameMkLst>
        </pc:graphicFrameChg>
        <pc:picChg chg="del mod">
          <ac:chgData name="Sasibhushan Chanthati" userId="b483317d51d3cb65" providerId="LiveId" clId="{9F70B023-3F7E-4767-AA40-8721E98351B9}" dt="2026-06-04T19:40:39.360" v="816" actId="478"/>
          <ac:picMkLst>
            <pc:docMk/>
            <pc:sldMk cId="1859209468" sldId="283"/>
            <ac:picMk id="7" creationId="{E7C82C0D-D728-9635-761A-B8B3DD5DC16D}"/>
          </ac:picMkLst>
        </pc:picChg>
        <pc:picChg chg="add mod">
          <ac:chgData name="Sasibhushan Chanthati" userId="b483317d51d3cb65" providerId="LiveId" clId="{9F70B023-3F7E-4767-AA40-8721E98351B9}" dt="2026-06-04T20:02:26.929" v="972" actId="14100"/>
          <ac:picMkLst>
            <pc:docMk/>
            <pc:sldMk cId="1859209468" sldId="283"/>
            <ac:picMk id="11" creationId="{122007AE-9642-400A-9550-A5F2FBDFD9C7}"/>
          </ac:picMkLst>
        </pc:picChg>
        <pc:picChg chg="add mod">
          <ac:chgData name="Sasibhushan Chanthati" userId="b483317d51d3cb65" providerId="LiveId" clId="{9F70B023-3F7E-4767-AA40-8721E98351B9}" dt="2026-06-04T20:02:31.519" v="973" actId="14100"/>
          <ac:picMkLst>
            <pc:docMk/>
            <pc:sldMk cId="1859209468" sldId="283"/>
            <ac:picMk id="12" creationId="{A8E6637A-33B5-5117-C29E-BA2996D47F94}"/>
          </ac:picMkLst>
        </pc:picChg>
      </pc:sldChg>
      <pc:sldChg chg="addSp delSp modSp add mod">
        <pc:chgData name="Sasibhushan Chanthati" userId="b483317d51d3cb65" providerId="LiveId" clId="{9F70B023-3F7E-4767-AA40-8721E98351B9}" dt="2026-06-04T20:01:10.891" v="964" actId="1076"/>
        <pc:sldMkLst>
          <pc:docMk/>
          <pc:sldMk cId="3177528277" sldId="284"/>
        </pc:sldMkLst>
        <pc:spChg chg="add">
          <ac:chgData name="Sasibhushan Chanthati" userId="b483317d51d3cb65" providerId="LiveId" clId="{9F70B023-3F7E-4767-AA40-8721E98351B9}" dt="2026-06-04T19:46:05.453" v="832"/>
          <ac:spMkLst>
            <pc:docMk/>
            <pc:sldMk cId="3177528277" sldId="284"/>
            <ac:spMk id="2" creationId="{1B5860B0-801F-CC4B-1E70-8F02A29AB0FF}"/>
          </ac:spMkLst>
        </pc:spChg>
        <pc:spChg chg="add mod">
          <ac:chgData name="Sasibhushan Chanthati" userId="b483317d51d3cb65" providerId="LiveId" clId="{9F70B023-3F7E-4767-AA40-8721E98351B9}" dt="2026-06-04T19:46:57.133" v="839" actId="20577"/>
          <ac:spMkLst>
            <pc:docMk/>
            <pc:sldMk cId="3177528277" sldId="284"/>
            <ac:spMk id="3" creationId="{A8726A7A-EA8D-49A0-B49F-46384DC336D9}"/>
          </ac:spMkLst>
        </pc:spChg>
        <pc:spChg chg="add">
          <ac:chgData name="Sasibhushan Chanthati" userId="b483317d51d3cb65" providerId="LiveId" clId="{9F70B023-3F7E-4767-AA40-8721E98351B9}" dt="2026-06-04T19:46:53.765" v="838"/>
          <ac:spMkLst>
            <pc:docMk/>
            <pc:sldMk cId="3177528277" sldId="284"/>
            <ac:spMk id="5" creationId="{9C9A4766-F31B-18E8-4999-D1A07D1C3D8F}"/>
          </ac:spMkLst>
        </pc:spChg>
        <pc:spChg chg="add mod">
          <ac:chgData name="Sasibhushan Chanthati" userId="b483317d51d3cb65" providerId="LiveId" clId="{9F70B023-3F7E-4767-AA40-8721E98351B9}" dt="2026-06-04T20:01:10.891" v="964" actId="1076"/>
          <ac:spMkLst>
            <pc:docMk/>
            <pc:sldMk cId="3177528277" sldId="284"/>
            <ac:spMk id="6" creationId="{589C837B-A8F5-46FE-F582-F5A49B354785}"/>
          </ac:spMkLst>
        </pc:spChg>
        <pc:picChg chg="del">
          <ac:chgData name="Sasibhushan Chanthati" userId="b483317d51d3cb65" providerId="LiveId" clId="{9F70B023-3F7E-4767-AA40-8721E98351B9}" dt="2026-06-04T19:46:00.267" v="831" actId="478"/>
          <ac:picMkLst>
            <pc:docMk/>
            <pc:sldMk cId="3177528277" sldId="284"/>
            <ac:picMk id="11" creationId="{0AABCFDF-81AF-D64C-DAF5-97CEBB42E375}"/>
          </ac:picMkLst>
        </pc:picChg>
        <pc:picChg chg="mod">
          <ac:chgData name="Sasibhushan Chanthati" userId="b483317d51d3cb65" providerId="LiveId" clId="{9F70B023-3F7E-4767-AA40-8721E98351B9}" dt="2026-06-04T20:01:00.379" v="963" actId="14100"/>
          <ac:picMkLst>
            <pc:docMk/>
            <pc:sldMk cId="3177528277" sldId="284"/>
            <ac:picMk id="12" creationId="{3FF180C2-37D6-E07D-65EC-C54EE7474E95}"/>
          </ac:picMkLst>
        </pc:picChg>
      </pc:sldChg>
      <pc:sldChg chg="addSp delSp modSp add mod">
        <pc:chgData name="Sasibhushan Chanthati" userId="b483317d51d3cb65" providerId="LiveId" clId="{9F70B023-3F7E-4767-AA40-8721E98351B9}" dt="2026-06-04T20:12:07.930" v="996" actId="1076"/>
        <pc:sldMkLst>
          <pc:docMk/>
          <pc:sldMk cId="131022264" sldId="285"/>
        </pc:sldMkLst>
        <pc:spChg chg="del">
          <ac:chgData name="Sasibhushan Chanthati" userId="b483317d51d3cb65" providerId="LiveId" clId="{9F70B023-3F7E-4767-AA40-8721E98351B9}" dt="2026-06-04T19:52:18.235" v="857" actId="478"/>
          <ac:spMkLst>
            <pc:docMk/>
            <pc:sldMk cId="131022264" sldId="285"/>
            <ac:spMk id="6" creationId="{1B539011-94A3-9094-9E70-6BE19B572260}"/>
          </ac:spMkLst>
        </pc:spChg>
        <pc:picChg chg="add mod">
          <ac:chgData name="Sasibhushan Chanthati" userId="b483317d51d3cb65" providerId="LiveId" clId="{9F70B023-3F7E-4767-AA40-8721E98351B9}" dt="2026-06-04T20:12:07.930" v="996" actId="1076"/>
          <ac:picMkLst>
            <pc:docMk/>
            <pc:sldMk cId="131022264" sldId="285"/>
            <ac:picMk id="5" creationId="{7F2E1EF3-527F-DA8C-57DA-DD8E3E67E5F7}"/>
          </ac:picMkLst>
        </pc:picChg>
        <pc:picChg chg="mod">
          <ac:chgData name="Sasibhushan Chanthati" userId="b483317d51d3cb65" providerId="LiveId" clId="{9F70B023-3F7E-4767-AA40-8721E98351B9}" dt="2026-06-04T20:03:03.915" v="980" actId="1076"/>
          <ac:picMkLst>
            <pc:docMk/>
            <pc:sldMk cId="131022264" sldId="285"/>
            <ac:picMk id="12" creationId="{A26FD17C-4889-333C-88EA-FC6BC355509A}"/>
          </ac:picMkLst>
        </pc:picChg>
      </pc:sldChg>
      <pc:sldChg chg="addSp delSp modSp add mod">
        <pc:chgData name="Sasibhushan Chanthati" userId="b483317d51d3cb65" providerId="LiveId" clId="{9F70B023-3F7E-4767-AA40-8721E98351B9}" dt="2026-06-04T20:00:20.301" v="882" actId="14100"/>
        <pc:sldMkLst>
          <pc:docMk/>
          <pc:sldMk cId="243313813" sldId="286"/>
        </pc:sldMkLst>
        <pc:spChg chg="add del mod">
          <ac:chgData name="Sasibhushan Chanthati" userId="b483317d51d3cb65" providerId="LiveId" clId="{9F70B023-3F7E-4767-AA40-8721E98351B9}" dt="2026-06-04T19:59:12.442" v="868" actId="478"/>
          <ac:spMkLst>
            <pc:docMk/>
            <pc:sldMk cId="243313813" sldId="286"/>
            <ac:spMk id="2" creationId="{19443334-FFFD-3CC1-1BC4-F27858FD85AD}"/>
          </ac:spMkLst>
        </pc:spChg>
        <pc:spChg chg="add mod">
          <ac:chgData name="Sasibhushan Chanthati" userId="b483317d51d3cb65" providerId="LiveId" clId="{9F70B023-3F7E-4767-AA40-8721E98351B9}" dt="2026-06-04T20:00:20.301" v="882" actId="14100"/>
          <ac:spMkLst>
            <pc:docMk/>
            <pc:sldMk cId="243313813" sldId="286"/>
            <ac:spMk id="6" creationId="{DE4F8DDE-9ECD-510A-34CA-DEFF7678EFC0}"/>
          </ac:spMkLst>
        </pc:spChg>
        <pc:spChg chg="add">
          <ac:chgData name="Sasibhushan Chanthati" userId="b483317d51d3cb65" providerId="LiveId" clId="{9F70B023-3F7E-4767-AA40-8721E98351B9}" dt="2026-06-04T19:59:05.930" v="867"/>
          <ac:spMkLst>
            <pc:docMk/>
            <pc:sldMk cId="243313813" sldId="286"/>
            <ac:spMk id="7" creationId="{00FD9610-1540-DE89-23C0-9E6A42A0BA03}"/>
          </ac:spMkLst>
        </pc:spChg>
        <pc:picChg chg="del">
          <ac:chgData name="Sasibhushan Chanthati" userId="b483317d51d3cb65" providerId="LiveId" clId="{9F70B023-3F7E-4767-AA40-8721E98351B9}" dt="2026-06-04T19:58:52.474" v="865" actId="478"/>
          <ac:picMkLst>
            <pc:docMk/>
            <pc:sldMk cId="243313813" sldId="286"/>
            <ac:picMk id="5" creationId="{A1973E31-5BE1-629F-D98C-FDAD4126B595}"/>
          </ac:picMkLst>
        </pc:picChg>
      </pc:sldChg>
      <pc:sldChg chg="new del">
        <pc:chgData name="Sasibhushan Chanthati" userId="b483317d51d3cb65" providerId="LiveId" clId="{9F70B023-3F7E-4767-AA40-8721E98351B9}" dt="2026-06-04T20:08:27.403" v="993" actId="47"/>
        <pc:sldMkLst>
          <pc:docMk/>
          <pc:sldMk cId="457436658" sldId="287"/>
        </pc:sldMkLst>
      </pc:sldChg>
      <pc:sldChg chg="addSp delSp modSp add mod ord">
        <pc:chgData name="Sasibhushan Chanthati" userId="b483317d51d3cb65" providerId="LiveId" clId="{9F70B023-3F7E-4767-AA40-8721E98351B9}" dt="2026-06-04T20:38:44.678" v="1346"/>
        <pc:sldMkLst>
          <pc:docMk/>
          <pc:sldMk cId="3948186951" sldId="287"/>
        </pc:sldMkLst>
        <pc:spChg chg="del">
          <ac:chgData name="Sasibhushan Chanthati" userId="b483317d51d3cb65" providerId="LiveId" clId="{9F70B023-3F7E-4767-AA40-8721E98351B9}" dt="2026-06-04T20:08:36.546" v="995" actId="478"/>
          <ac:spMkLst>
            <pc:docMk/>
            <pc:sldMk cId="3948186951" sldId="287"/>
            <ac:spMk id="6" creationId="{25C8E92C-DEE0-3FFD-8D56-42ABB74353CD}"/>
          </ac:spMkLst>
        </pc:spChg>
        <pc:picChg chg="add mod">
          <ac:chgData name="Sasibhushan Chanthati" userId="b483317d51d3cb65" providerId="LiveId" clId="{9F70B023-3F7E-4767-AA40-8721E98351B9}" dt="2026-06-04T20:22:35.310" v="1137" actId="14100"/>
          <ac:picMkLst>
            <pc:docMk/>
            <pc:sldMk cId="3948186951" sldId="287"/>
            <ac:picMk id="5" creationId="{9CDD7F18-9C1A-B775-A2A8-E7B8C1AF4BDD}"/>
          </ac:picMkLst>
        </pc:picChg>
      </pc:sldChg>
      <pc:sldChg chg="addSp modSp add mod ord">
        <pc:chgData name="Sasibhushan Chanthati" userId="b483317d51d3cb65" providerId="LiveId" clId="{9F70B023-3F7E-4767-AA40-8721E98351B9}" dt="2026-06-04T20:24:33.777" v="1138" actId="1076"/>
        <pc:sldMkLst>
          <pc:docMk/>
          <pc:sldMk cId="58890136" sldId="288"/>
        </pc:sldMkLst>
        <pc:picChg chg="add mod">
          <ac:chgData name="Sasibhushan Chanthati" userId="b483317d51d3cb65" providerId="LiveId" clId="{9F70B023-3F7E-4767-AA40-8721E98351B9}" dt="2026-06-04T20:18:30.362" v="1060" actId="1076"/>
          <ac:picMkLst>
            <pc:docMk/>
            <pc:sldMk cId="58890136" sldId="288"/>
            <ac:picMk id="2" creationId="{5E173B5C-A145-77B6-7A87-AE2AE203B5EB}"/>
          </ac:picMkLst>
        </pc:picChg>
        <pc:picChg chg="add mod">
          <ac:chgData name="Sasibhushan Chanthati" userId="b483317d51d3cb65" providerId="LiveId" clId="{9F70B023-3F7E-4767-AA40-8721E98351B9}" dt="2026-06-04T20:18:26.484" v="1059" actId="14100"/>
          <ac:picMkLst>
            <pc:docMk/>
            <pc:sldMk cId="58890136" sldId="288"/>
            <ac:picMk id="5" creationId="{648BACC4-ED6F-E6EB-A514-88F05A1E6D8D}"/>
          </ac:picMkLst>
        </pc:picChg>
        <pc:picChg chg="mod">
          <ac:chgData name="Sasibhushan Chanthati" userId="b483317d51d3cb65" providerId="LiveId" clId="{9F70B023-3F7E-4767-AA40-8721E98351B9}" dt="2026-06-04T20:24:33.777" v="1138" actId="1076"/>
          <ac:picMkLst>
            <pc:docMk/>
            <pc:sldMk cId="58890136" sldId="288"/>
            <ac:picMk id="12" creationId="{195EFB74-2236-4EE1-4090-0C3367A21AEB}"/>
          </ac:picMkLst>
        </pc:picChg>
      </pc:sldChg>
      <pc:sldChg chg="addSp delSp modSp add mod ord">
        <pc:chgData name="Sasibhushan Chanthati" userId="b483317d51d3cb65" providerId="LiveId" clId="{9F70B023-3F7E-4767-AA40-8721E98351B9}" dt="2026-06-04T20:24:50.822" v="1142" actId="1076"/>
        <pc:sldMkLst>
          <pc:docMk/>
          <pc:sldMk cId="463941535" sldId="289"/>
        </pc:sldMkLst>
        <pc:spChg chg="ord">
          <ac:chgData name="Sasibhushan Chanthati" userId="b483317d51d3cb65" providerId="LiveId" clId="{9F70B023-3F7E-4767-AA40-8721E98351B9}" dt="2026-06-04T20:20:33.951" v="1093" actId="26606"/>
          <ac:spMkLst>
            <pc:docMk/>
            <pc:sldMk cId="463941535" sldId="289"/>
            <ac:spMk id="3" creationId="{AD676D96-0A90-CAB8-91CF-BF78BE17C950}"/>
          </ac:spMkLst>
        </pc:spChg>
        <pc:spChg chg="mod ord">
          <ac:chgData name="Sasibhushan Chanthati" userId="b483317d51d3cb65" providerId="LiveId" clId="{9F70B023-3F7E-4767-AA40-8721E98351B9}" dt="2026-06-04T20:20:33.951" v="1093" actId="26606"/>
          <ac:spMkLst>
            <pc:docMk/>
            <pc:sldMk cId="463941535" sldId="289"/>
            <ac:spMk id="4" creationId="{128737BD-3239-D096-EFD8-37729DBBE57E}"/>
          </ac:spMkLst>
        </pc:spChg>
        <pc:spChg chg="ord">
          <ac:chgData name="Sasibhushan Chanthati" userId="b483317d51d3cb65" providerId="LiveId" clId="{9F70B023-3F7E-4767-AA40-8721E98351B9}" dt="2026-06-04T20:20:33.951" v="1093" actId="26606"/>
          <ac:spMkLst>
            <pc:docMk/>
            <pc:sldMk cId="463941535" sldId="289"/>
            <ac:spMk id="7" creationId="{CB631BAD-40F4-EE1D-5995-544E455083F7}"/>
          </ac:spMkLst>
        </pc:spChg>
        <pc:spChg chg="add del">
          <ac:chgData name="Sasibhushan Chanthati" userId="b483317d51d3cb65" providerId="LiveId" clId="{9F70B023-3F7E-4767-AA40-8721E98351B9}" dt="2026-06-04T20:20:33.951" v="1093" actId="26606"/>
          <ac:spMkLst>
            <pc:docMk/>
            <pc:sldMk cId="463941535" sldId="289"/>
            <ac:spMk id="34" creationId="{1768F6E4-92E5-13EA-E4FE-ED112D694590}"/>
          </ac:spMkLst>
        </pc:spChg>
        <pc:spChg chg="add del">
          <ac:chgData name="Sasibhushan Chanthati" userId="b483317d51d3cb65" providerId="LiveId" clId="{9F70B023-3F7E-4767-AA40-8721E98351B9}" dt="2026-06-04T20:20:33.951" v="1093" actId="26606"/>
          <ac:spMkLst>
            <pc:docMk/>
            <pc:sldMk cId="463941535" sldId="289"/>
            <ac:spMk id="35" creationId="{5C42EE6E-7230-B65A-76CF-B9BFD4EA51D1}"/>
          </ac:spMkLst>
        </pc:spChg>
        <pc:spChg chg="add del">
          <ac:chgData name="Sasibhushan Chanthati" userId="b483317d51d3cb65" providerId="LiveId" clId="{9F70B023-3F7E-4767-AA40-8721E98351B9}" dt="2026-06-04T20:20:33.951" v="1093" actId="26606"/>
          <ac:spMkLst>
            <pc:docMk/>
            <pc:sldMk cId="463941535" sldId="289"/>
            <ac:spMk id="40" creationId="{112839B5-6527-4FE1-B5CA-71D5FFC47C0E}"/>
          </ac:spMkLst>
        </pc:spChg>
        <pc:spChg chg="add del">
          <ac:chgData name="Sasibhushan Chanthati" userId="b483317d51d3cb65" providerId="LiveId" clId="{9F70B023-3F7E-4767-AA40-8721E98351B9}" dt="2026-06-04T20:20:33.951" v="1093" actId="26606"/>
          <ac:spMkLst>
            <pc:docMk/>
            <pc:sldMk cId="463941535" sldId="289"/>
            <ac:spMk id="42" creationId="{089B37F3-721E-4809-A50E-9EE306404ED8}"/>
          </ac:spMkLst>
        </pc:spChg>
        <pc:spChg chg="add del">
          <ac:chgData name="Sasibhushan Chanthati" userId="b483317d51d3cb65" providerId="LiveId" clId="{9F70B023-3F7E-4767-AA40-8721E98351B9}" dt="2026-06-04T20:20:33.951" v="1093" actId="26606"/>
          <ac:spMkLst>
            <pc:docMk/>
            <pc:sldMk cId="463941535" sldId="289"/>
            <ac:spMk id="44" creationId="{BE12D8E2-6088-4997-A8C6-1794DA9E1D48}"/>
          </ac:spMkLst>
        </pc:spChg>
        <pc:spChg chg="add del">
          <ac:chgData name="Sasibhushan Chanthati" userId="b483317d51d3cb65" providerId="LiveId" clId="{9F70B023-3F7E-4767-AA40-8721E98351B9}" dt="2026-06-04T20:20:33.951" v="1093" actId="26606"/>
          <ac:spMkLst>
            <pc:docMk/>
            <pc:sldMk cId="463941535" sldId="289"/>
            <ac:spMk id="46" creationId="{FAF10F47-1605-47C5-AE58-9062909ADA42}"/>
          </ac:spMkLst>
        </pc:spChg>
        <pc:graphicFrameChg chg="add mod">
          <ac:chgData name="Sasibhushan Chanthati" userId="b483317d51d3cb65" providerId="LiveId" clId="{9F70B023-3F7E-4767-AA40-8721E98351B9}" dt="2026-06-04T20:19:34.629" v="1077"/>
          <ac:graphicFrameMkLst>
            <pc:docMk/>
            <pc:sldMk cId="463941535" sldId="289"/>
            <ac:graphicFrameMk id="5" creationId="{81EF0D73-5672-0C86-A4F9-3A62D4FC516F}"/>
          </ac:graphicFrameMkLst>
        </pc:graphicFrameChg>
        <pc:picChg chg="add mod">
          <ac:chgData name="Sasibhushan Chanthati" userId="b483317d51d3cb65" providerId="LiveId" clId="{9F70B023-3F7E-4767-AA40-8721E98351B9}" dt="2026-06-04T20:21:55.663" v="1108" actId="1076"/>
          <ac:picMkLst>
            <pc:docMk/>
            <pc:sldMk cId="463941535" sldId="289"/>
            <ac:picMk id="2" creationId="{5AA3B588-8D72-7DF8-DF9D-7CF8845069B5}"/>
          </ac:picMkLst>
        </pc:picChg>
        <pc:picChg chg="add mod">
          <ac:chgData name="Sasibhushan Chanthati" userId="b483317d51d3cb65" providerId="LiveId" clId="{9F70B023-3F7E-4767-AA40-8721E98351B9}" dt="2026-06-04T20:24:42.668" v="1140" actId="1076"/>
          <ac:picMkLst>
            <pc:docMk/>
            <pc:sldMk cId="463941535" sldId="289"/>
            <ac:picMk id="6" creationId="{2625E874-FB40-8331-710B-97F556834704}"/>
          </ac:picMkLst>
        </pc:picChg>
        <pc:picChg chg="add mod">
          <ac:chgData name="Sasibhushan Chanthati" userId="b483317d51d3cb65" providerId="LiveId" clId="{9F70B023-3F7E-4767-AA40-8721E98351B9}" dt="2026-06-04T20:20:51.570" v="1095" actId="1076"/>
          <ac:picMkLst>
            <pc:docMk/>
            <pc:sldMk cId="463941535" sldId="289"/>
            <ac:picMk id="8" creationId="{E2829663-3AF5-5F3C-B11B-CDD7C78B5B33}"/>
          </ac:picMkLst>
        </pc:picChg>
        <pc:picChg chg="add mod">
          <ac:chgData name="Sasibhushan Chanthati" userId="b483317d51d3cb65" providerId="LiveId" clId="{9F70B023-3F7E-4767-AA40-8721E98351B9}" dt="2026-06-04T20:21:41.282" v="1104" actId="14100"/>
          <ac:picMkLst>
            <pc:docMk/>
            <pc:sldMk cId="463941535" sldId="289"/>
            <ac:picMk id="9" creationId="{BD56339B-893D-2CDA-C85A-71635E48BE7C}"/>
          </ac:picMkLst>
        </pc:picChg>
        <pc:picChg chg="add mod">
          <ac:chgData name="Sasibhushan Chanthati" userId="b483317d51d3cb65" providerId="LiveId" clId="{9F70B023-3F7E-4767-AA40-8721E98351B9}" dt="2026-06-04T20:24:45.043" v="1141" actId="1076"/>
          <ac:picMkLst>
            <pc:docMk/>
            <pc:sldMk cId="463941535" sldId="289"/>
            <ac:picMk id="10" creationId="{32B1161E-3F85-99D3-B0DD-11EC766505A4}"/>
          </ac:picMkLst>
        </pc:picChg>
        <pc:picChg chg="mod ord">
          <ac:chgData name="Sasibhushan Chanthati" userId="b483317d51d3cb65" providerId="LiveId" clId="{9F70B023-3F7E-4767-AA40-8721E98351B9}" dt="2026-06-04T20:22:02.161" v="1134" actId="1038"/>
          <ac:picMkLst>
            <pc:docMk/>
            <pc:sldMk cId="463941535" sldId="289"/>
            <ac:picMk id="12" creationId="{FA3366D5-A6E2-0315-ADA0-E2E5331AF386}"/>
          </ac:picMkLst>
        </pc:picChg>
        <pc:picChg chg="add mod">
          <ac:chgData name="Sasibhushan Chanthati" userId="b483317d51d3cb65" providerId="LiveId" clId="{9F70B023-3F7E-4767-AA40-8721E98351B9}" dt="2026-06-04T20:24:50.822" v="1142" actId="1076"/>
          <ac:picMkLst>
            <pc:docMk/>
            <pc:sldMk cId="463941535" sldId="289"/>
            <ac:picMk id="20" creationId="{AF8856E2-2440-55BF-4A40-CB680F7B6764}"/>
          </ac:picMkLst>
        </pc:picChg>
      </pc:sldChg>
      <pc:sldChg chg="addSp delSp modSp add mod">
        <pc:chgData name="Sasibhushan Chanthati" userId="b483317d51d3cb65" providerId="LiveId" clId="{9F70B023-3F7E-4767-AA40-8721E98351B9}" dt="2026-06-04T20:27:02.129" v="1182" actId="14100"/>
        <pc:sldMkLst>
          <pc:docMk/>
          <pc:sldMk cId="473366131" sldId="290"/>
        </pc:sldMkLst>
        <pc:picChg chg="del">
          <ac:chgData name="Sasibhushan Chanthati" userId="b483317d51d3cb65" providerId="LiveId" clId="{9F70B023-3F7E-4767-AA40-8721E98351B9}" dt="2026-06-04T20:25:14.863" v="1145" actId="478"/>
          <ac:picMkLst>
            <pc:docMk/>
            <pc:sldMk cId="473366131" sldId="290"/>
            <ac:picMk id="2" creationId="{24C0897B-E173-2987-0843-D0D676469032}"/>
          </ac:picMkLst>
        </pc:picChg>
        <pc:picChg chg="add mod">
          <ac:chgData name="Sasibhushan Chanthati" userId="b483317d51d3cb65" providerId="LiveId" clId="{9F70B023-3F7E-4767-AA40-8721E98351B9}" dt="2026-06-04T20:26:06.314" v="1161" actId="1076"/>
          <ac:picMkLst>
            <pc:docMk/>
            <pc:sldMk cId="473366131" sldId="290"/>
            <ac:picMk id="5" creationId="{9EC46AB1-AB2A-93B4-E006-2D18ABCBB718}"/>
          </ac:picMkLst>
        </pc:picChg>
        <pc:picChg chg="del">
          <ac:chgData name="Sasibhushan Chanthati" userId="b483317d51d3cb65" providerId="LiveId" clId="{9F70B023-3F7E-4767-AA40-8721E98351B9}" dt="2026-06-04T20:25:16.765" v="1146" actId="478"/>
          <ac:picMkLst>
            <pc:docMk/>
            <pc:sldMk cId="473366131" sldId="290"/>
            <ac:picMk id="6" creationId="{9F0DED2C-2C6F-EE45-BDE3-0315F4019C1E}"/>
          </ac:picMkLst>
        </pc:picChg>
        <pc:picChg chg="del">
          <ac:chgData name="Sasibhushan Chanthati" userId="b483317d51d3cb65" providerId="LiveId" clId="{9F70B023-3F7E-4767-AA40-8721E98351B9}" dt="2026-06-04T20:25:38.051" v="1152" actId="478"/>
          <ac:picMkLst>
            <pc:docMk/>
            <pc:sldMk cId="473366131" sldId="290"/>
            <ac:picMk id="8" creationId="{35E4D23A-8574-CC9C-9489-E914CAFF5929}"/>
          </ac:picMkLst>
        </pc:picChg>
        <pc:picChg chg="del">
          <ac:chgData name="Sasibhushan Chanthati" userId="b483317d51d3cb65" providerId="LiveId" clId="{9F70B023-3F7E-4767-AA40-8721E98351B9}" dt="2026-06-04T20:25:42.034" v="1154" actId="478"/>
          <ac:picMkLst>
            <pc:docMk/>
            <pc:sldMk cId="473366131" sldId="290"/>
            <ac:picMk id="9" creationId="{7D16EC92-F4A6-2D6A-7718-C154D24EA49F}"/>
          </ac:picMkLst>
        </pc:picChg>
        <pc:picChg chg="del">
          <ac:chgData name="Sasibhushan Chanthati" userId="b483317d51d3cb65" providerId="LiveId" clId="{9F70B023-3F7E-4767-AA40-8721E98351B9}" dt="2026-06-04T20:25:18.819" v="1147" actId="478"/>
          <ac:picMkLst>
            <pc:docMk/>
            <pc:sldMk cId="473366131" sldId="290"/>
            <ac:picMk id="10" creationId="{BB328011-39F4-18C0-C502-DD4CC5A8BBC8}"/>
          </ac:picMkLst>
        </pc:picChg>
        <pc:picChg chg="add mod">
          <ac:chgData name="Sasibhushan Chanthati" userId="b483317d51d3cb65" providerId="LiveId" clId="{9F70B023-3F7E-4767-AA40-8721E98351B9}" dt="2026-06-04T20:26:59.361" v="1181" actId="14100"/>
          <ac:picMkLst>
            <pc:docMk/>
            <pc:sldMk cId="473366131" sldId="290"/>
            <ac:picMk id="11" creationId="{10DFA253-A922-7F20-4D20-4C9B309DA4F5}"/>
          </ac:picMkLst>
        </pc:picChg>
        <pc:picChg chg="add mod">
          <ac:chgData name="Sasibhushan Chanthati" userId="b483317d51d3cb65" providerId="LiveId" clId="{9F70B023-3F7E-4767-AA40-8721E98351B9}" dt="2026-06-04T20:27:02.129" v="1182" actId="14100"/>
          <ac:picMkLst>
            <pc:docMk/>
            <pc:sldMk cId="473366131" sldId="290"/>
            <ac:picMk id="18" creationId="{95D56BEC-7988-DBE4-110B-F8347AAD1475}"/>
          </ac:picMkLst>
        </pc:picChg>
        <pc:picChg chg="del">
          <ac:chgData name="Sasibhushan Chanthati" userId="b483317d51d3cb65" providerId="LiveId" clId="{9F70B023-3F7E-4767-AA40-8721E98351B9}" dt="2026-06-04T20:25:20.825" v="1148" actId="478"/>
          <ac:picMkLst>
            <pc:docMk/>
            <pc:sldMk cId="473366131" sldId="290"/>
            <ac:picMk id="20" creationId="{DB0B1E7E-16FF-377D-84D2-9994E0EC3AE0}"/>
          </ac:picMkLst>
        </pc:picChg>
        <pc:picChg chg="add mod">
          <ac:chgData name="Sasibhushan Chanthati" userId="b483317d51d3cb65" providerId="LiveId" clId="{9F70B023-3F7E-4767-AA40-8721E98351B9}" dt="2026-06-04T20:26:55.281" v="1180" actId="1076"/>
          <ac:picMkLst>
            <pc:docMk/>
            <pc:sldMk cId="473366131" sldId="290"/>
            <ac:picMk id="22" creationId="{A90E0F28-3138-8BA6-45A1-AC4EE0C61A03}"/>
          </ac:picMkLst>
        </pc:picChg>
      </pc:sldChg>
      <pc:sldChg chg="addSp delSp add del setBg delDesignElem">
        <pc:chgData name="Sasibhushan Chanthati" userId="b483317d51d3cb65" providerId="LiveId" clId="{9F70B023-3F7E-4767-AA40-8721E98351B9}" dt="2026-06-04T20:19:00.319" v="1068"/>
        <pc:sldMkLst>
          <pc:docMk/>
          <pc:sldMk cId="807322984" sldId="290"/>
        </pc:sldMkLst>
        <pc:spChg chg="add del">
          <ac:chgData name="Sasibhushan Chanthati" userId="b483317d51d3cb65" providerId="LiveId" clId="{9F70B023-3F7E-4767-AA40-8721E98351B9}" dt="2026-06-04T20:19:00.319" v="1068"/>
          <ac:spMkLst>
            <pc:docMk/>
            <pc:sldMk cId="807322984" sldId="290"/>
            <ac:spMk id="34" creationId="{7EF5FACE-6D6A-C924-92F1-AD2A56972F01}"/>
          </ac:spMkLst>
        </pc:spChg>
        <pc:spChg chg="add del">
          <ac:chgData name="Sasibhushan Chanthati" userId="b483317d51d3cb65" providerId="LiveId" clId="{9F70B023-3F7E-4767-AA40-8721E98351B9}" dt="2026-06-04T20:19:00.319" v="1068"/>
          <ac:spMkLst>
            <pc:docMk/>
            <pc:sldMk cId="807322984" sldId="290"/>
            <ac:spMk id="35" creationId="{B3753140-73E0-B85F-E6C4-6F3F3C7F4862}"/>
          </ac:spMkLst>
        </pc:spChg>
      </pc:sldChg>
      <pc:sldChg chg="addSp delSp modSp add mod">
        <pc:chgData name="Sasibhushan Chanthati" userId="b483317d51d3cb65" providerId="LiveId" clId="{9F70B023-3F7E-4767-AA40-8721E98351B9}" dt="2026-06-04T20:29:43.496" v="1231" actId="1076"/>
        <pc:sldMkLst>
          <pc:docMk/>
          <pc:sldMk cId="3293144321" sldId="291"/>
        </pc:sldMkLst>
        <pc:picChg chg="add mod">
          <ac:chgData name="Sasibhushan Chanthati" userId="b483317d51d3cb65" providerId="LiveId" clId="{9F70B023-3F7E-4767-AA40-8721E98351B9}" dt="2026-06-04T20:29:29.136" v="1225" actId="14100"/>
          <ac:picMkLst>
            <pc:docMk/>
            <pc:sldMk cId="3293144321" sldId="291"/>
            <ac:picMk id="2" creationId="{67A68620-5DA6-2898-A05C-0145B33B363E}"/>
          </ac:picMkLst>
        </pc:picChg>
        <pc:picChg chg="del">
          <ac:chgData name="Sasibhushan Chanthati" userId="b483317d51d3cb65" providerId="LiveId" clId="{9F70B023-3F7E-4767-AA40-8721E98351B9}" dt="2026-06-04T20:27:28.607" v="1185" actId="478"/>
          <ac:picMkLst>
            <pc:docMk/>
            <pc:sldMk cId="3293144321" sldId="291"/>
            <ac:picMk id="5" creationId="{36839E94-DDF6-EAD9-AD5D-D3760009CF4A}"/>
          </ac:picMkLst>
        </pc:picChg>
        <pc:picChg chg="add mod">
          <ac:chgData name="Sasibhushan Chanthati" userId="b483317d51d3cb65" providerId="LiveId" clId="{9F70B023-3F7E-4767-AA40-8721E98351B9}" dt="2026-06-04T20:29:38.080" v="1230" actId="14100"/>
          <ac:picMkLst>
            <pc:docMk/>
            <pc:sldMk cId="3293144321" sldId="291"/>
            <ac:picMk id="8" creationId="{76579EAB-9D13-EFB7-706E-FD8FAE44D199}"/>
          </ac:picMkLst>
        </pc:picChg>
        <pc:picChg chg="del">
          <ac:chgData name="Sasibhushan Chanthati" userId="b483317d51d3cb65" providerId="LiveId" clId="{9F70B023-3F7E-4767-AA40-8721E98351B9}" dt="2026-06-04T20:27:30.481" v="1186" actId="478"/>
          <ac:picMkLst>
            <pc:docMk/>
            <pc:sldMk cId="3293144321" sldId="291"/>
            <ac:picMk id="11" creationId="{8EA0C7CE-A6C3-CFD5-660F-AED4829BBD78}"/>
          </ac:picMkLst>
        </pc:picChg>
        <pc:picChg chg="mod">
          <ac:chgData name="Sasibhushan Chanthati" userId="b483317d51d3cb65" providerId="LiveId" clId="{9F70B023-3F7E-4767-AA40-8721E98351B9}" dt="2026-06-04T20:29:43.496" v="1231" actId="1076"/>
          <ac:picMkLst>
            <pc:docMk/>
            <pc:sldMk cId="3293144321" sldId="291"/>
            <ac:picMk id="12" creationId="{2A399FE2-5ADE-9467-C730-CEAFD6174422}"/>
          </ac:picMkLst>
        </pc:picChg>
        <pc:picChg chg="add mod">
          <ac:chgData name="Sasibhushan Chanthati" userId="b483317d51d3cb65" providerId="LiveId" clId="{9F70B023-3F7E-4767-AA40-8721E98351B9}" dt="2026-06-04T20:29:32.199" v="1227" actId="1076"/>
          <ac:picMkLst>
            <pc:docMk/>
            <pc:sldMk cId="3293144321" sldId="291"/>
            <ac:picMk id="14" creationId="{E0CE7154-979C-672D-DF33-429E3DA5D29F}"/>
          </ac:picMkLst>
        </pc:picChg>
        <pc:picChg chg="del">
          <ac:chgData name="Sasibhushan Chanthati" userId="b483317d51d3cb65" providerId="LiveId" clId="{9F70B023-3F7E-4767-AA40-8721E98351B9}" dt="2026-06-04T20:27:31.198" v="1187" actId="478"/>
          <ac:picMkLst>
            <pc:docMk/>
            <pc:sldMk cId="3293144321" sldId="291"/>
            <ac:picMk id="18" creationId="{0FE0B14E-67E6-C7BE-26A7-D5F9A45FEED8}"/>
          </ac:picMkLst>
        </pc:picChg>
        <pc:picChg chg="del">
          <ac:chgData name="Sasibhushan Chanthati" userId="b483317d51d3cb65" providerId="LiveId" clId="{9F70B023-3F7E-4767-AA40-8721E98351B9}" dt="2026-06-04T20:27:31.932" v="1188" actId="478"/>
          <ac:picMkLst>
            <pc:docMk/>
            <pc:sldMk cId="3293144321" sldId="291"/>
            <ac:picMk id="22" creationId="{CA65BAA1-C4CD-F63D-1C19-5FF209375E20}"/>
          </ac:picMkLst>
        </pc:picChg>
        <pc:picChg chg="add mod">
          <ac:chgData name="Sasibhushan Chanthati" userId="b483317d51d3cb65" providerId="LiveId" clId="{9F70B023-3F7E-4767-AA40-8721E98351B9}" dt="2026-06-04T20:29:34.002" v="1228" actId="1076"/>
          <ac:picMkLst>
            <pc:docMk/>
            <pc:sldMk cId="3293144321" sldId="291"/>
            <ac:picMk id="23" creationId="{7BCE1104-47E6-06AC-86EF-708FF0885318}"/>
          </ac:picMkLst>
        </pc:picChg>
      </pc:sldChg>
      <pc:sldChg chg="addSp delSp modSp add mod">
        <pc:chgData name="Sasibhushan Chanthati" userId="b483317d51d3cb65" providerId="LiveId" clId="{9F70B023-3F7E-4767-AA40-8721E98351B9}" dt="2026-06-04T20:30:57.805" v="1253" actId="1076"/>
        <pc:sldMkLst>
          <pc:docMk/>
          <pc:sldMk cId="4024171183" sldId="292"/>
        </pc:sldMkLst>
        <pc:graphicFrameChg chg="add mod">
          <ac:chgData name="Sasibhushan Chanthati" userId="b483317d51d3cb65" providerId="LiveId" clId="{9F70B023-3F7E-4767-AA40-8721E98351B9}" dt="2026-06-04T20:30:26.522" v="1242" actId="14100"/>
          <ac:graphicFrameMkLst>
            <pc:docMk/>
            <pc:sldMk cId="4024171183" sldId="292"/>
            <ac:graphicFrameMk id="5" creationId="{91807E25-F086-C7E1-57C4-FD4F0CC51F8D}"/>
          </ac:graphicFrameMkLst>
        </pc:graphicFrameChg>
        <pc:picChg chg="del">
          <ac:chgData name="Sasibhushan Chanthati" userId="b483317d51d3cb65" providerId="LiveId" clId="{9F70B023-3F7E-4767-AA40-8721E98351B9}" dt="2026-06-04T20:30:05.162" v="1235" actId="478"/>
          <ac:picMkLst>
            <pc:docMk/>
            <pc:sldMk cId="4024171183" sldId="292"/>
            <ac:picMk id="2" creationId="{351A8229-4664-72C5-DE4F-766FBDB4837D}"/>
          </ac:picMkLst>
        </pc:picChg>
        <pc:picChg chg="add mod">
          <ac:chgData name="Sasibhushan Chanthati" userId="b483317d51d3cb65" providerId="LiveId" clId="{9F70B023-3F7E-4767-AA40-8721E98351B9}" dt="2026-06-04T20:30:36.909" v="1245" actId="1076"/>
          <ac:picMkLst>
            <pc:docMk/>
            <pc:sldMk cId="4024171183" sldId="292"/>
            <ac:picMk id="6" creationId="{CD544B8A-42A1-FBF3-C254-8B9682C99CD2}"/>
          </ac:picMkLst>
        </pc:picChg>
        <pc:picChg chg="del">
          <ac:chgData name="Sasibhushan Chanthati" userId="b483317d51d3cb65" providerId="LiveId" clId="{9F70B023-3F7E-4767-AA40-8721E98351B9}" dt="2026-06-04T20:30:02.687" v="1234" actId="478"/>
          <ac:picMkLst>
            <pc:docMk/>
            <pc:sldMk cId="4024171183" sldId="292"/>
            <ac:picMk id="8" creationId="{E339D25B-830F-03A2-623C-67BDBD7A1A98}"/>
          </ac:picMkLst>
        </pc:picChg>
        <pc:picChg chg="add mod">
          <ac:chgData name="Sasibhushan Chanthati" userId="b483317d51d3cb65" providerId="LiveId" clId="{9F70B023-3F7E-4767-AA40-8721E98351B9}" dt="2026-06-04T20:30:57.805" v="1253" actId="1076"/>
          <ac:picMkLst>
            <pc:docMk/>
            <pc:sldMk cId="4024171183" sldId="292"/>
            <ac:picMk id="10" creationId="{8873D5EA-E8A2-2FBD-E38F-1568D4F6F84D}"/>
          </ac:picMkLst>
        </pc:picChg>
        <pc:picChg chg="del">
          <ac:chgData name="Sasibhushan Chanthati" userId="b483317d51d3cb65" providerId="LiveId" clId="{9F70B023-3F7E-4767-AA40-8721E98351B9}" dt="2026-06-04T20:30:11.264" v="1238" actId="478"/>
          <ac:picMkLst>
            <pc:docMk/>
            <pc:sldMk cId="4024171183" sldId="292"/>
            <ac:picMk id="12" creationId="{3782C0CB-6E5F-FFD6-8913-CFD3E92C98C3}"/>
          </ac:picMkLst>
        </pc:picChg>
        <pc:picChg chg="del">
          <ac:chgData name="Sasibhushan Chanthati" userId="b483317d51d3cb65" providerId="LiveId" clId="{9F70B023-3F7E-4767-AA40-8721E98351B9}" dt="2026-06-04T20:30:07.085" v="1236" actId="478"/>
          <ac:picMkLst>
            <pc:docMk/>
            <pc:sldMk cId="4024171183" sldId="292"/>
            <ac:picMk id="14" creationId="{CCB84B70-7185-678B-F101-00A7CA64AA37}"/>
          </ac:picMkLst>
        </pc:picChg>
        <pc:picChg chg="del">
          <ac:chgData name="Sasibhushan Chanthati" userId="b483317d51d3cb65" providerId="LiveId" clId="{9F70B023-3F7E-4767-AA40-8721E98351B9}" dt="2026-06-04T20:30:09.529" v="1237" actId="478"/>
          <ac:picMkLst>
            <pc:docMk/>
            <pc:sldMk cId="4024171183" sldId="292"/>
            <ac:picMk id="23" creationId="{AC6E9805-4EC4-D7E8-60FD-36E65FBB05B7}"/>
          </ac:picMkLst>
        </pc:picChg>
      </pc:sldChg>
      <pc:sldChg chg="addSp delSp modSp add mod">
        <pc:chgData name="Sasibhushan Chanthati" userId="b483317d51d3cb65" providerId="LiveId" clId="{9F70B023-3F7E-4767-AA40-8721E98351B9}" dt="2026-06-04T20:31:50.235" v="1268" actId="1076"/>
        <pc:sldMkLst>
          <pc:docMk/>
          <pc:sldMk cId="4173866566" sldId="293"/>
        </pc:sldMkLst>
        <pc:picChg chg="add mod">
          <ac:chgData name="Sasibhushan Chanthati" userId="b483317d51d3cb65" providerId="LiveId" clId="{9F70B023-3F7E-4767-AA40-8721E98351B9}" dt="2026-06-04T20:31:24.436" v="1260" actId="1076"/>
          <ac:picMkLst>
            <pc:docMk/>
            <pc:sldMk cId="4173866566" sldId="293"/>
            <ac:picMk id="2" creationId="{F59E1B0F-7590-A5D8-3FFE-670FF17A6FE4}"/>
          </ac:picMkLst>
        </pc:picChg>
        <pc:picChg chg="del">
          <ac:chgData name="Sasibhushan Chanthati" userId="b483317d51d3cb65" providerId="LiveId" clId="{9F70B023-3F7E-4767-AA40-8721E98351B9}" dt="2026-06-04T20:31:17.032" v="1257" actId="478"/>
          <ac:picMkLst>
            <pc:docMk/>
            <pc:sldMk cId="4173866566" sldId="293"/>
            <ac:picMk id="6" creationId="{7D63AB47-BCF0-5A43-E4F6-F105D4D1014A}"/>
          </ac:picMkLst>
        </pc:picChg>
        <pc:picChg chg="add mod">
          <ac:chgData name="Sasibhushan Chanthati" userId="b483317d51d3cb65" providerId="LiveId" clId="{9F70B023-3F7E-4767-AA40-8721E98351B9}" dt="2026-06-04T20:31:33.677" v="1263" actId="1076"/>
          <ac:picMkLst>
            <pc:docMk/>
            <pc:sldMk cId="4173866566" sldId="293"/>
            <ac:picMk id="8" creationId="{23A0B2FB-FFC4-1C96-D8FE-6E9877B459DD}"/>
          </ac:picMkLst>
        </pc:picChg>
        <pc:picChg chg="del">
          <ac:chgData name="Sasibhushan Chanthati" userId="b483317d51d3cb65" providerId="LiveId" clId="{9F70B023-3F7E-4767-AA40-8721E98351B9}" dt="2026-06-04T20:31:19.558" v="1258" actId="478"/>
          <ac:picMkLst>
            <pc:docMk/>
            <pc:sldMk cId="4173866566" sldId="293"/>
            <ac:picMk id="10" creationId="{B44B7219-2822-CFBA-CD35-3C77E30E2CA1}"/>
          </ac:picMkLst>
        </pc:picChg>
        <pc:picChg chg="add mod">
          <ac:chgData name="Sasibhushan Chanthati" userId="b483317d51d3cb65" providerId="LiveId" clId="{9F70B023-3F7E-4767-AA40-8721E98351B9}" dt="2026-06-04T20:31:50.235" v="1268" actId="1076"/>
          <ac:picMkLst>
            <pc:docMk/>
            <pc:sldMk cId="4173866566" sldId="293"/>
            <ac:picMk id="14" creationId="{EE665E20-1707-A31B-9BAE-7B23DDC146D9}"/>
          </ac:picMkLst>
        </pc:picChg>
      </pc:sldChg>
      <pc:sldChg chg="addSp delSp modSp add mod">
        <pc:chgData name="Sasibhushan Chanthati" userId="b483317d51d3cb65" providerId="LiveId" clId="{9F70B023-3F7E-4767-AA40-8721E98351B9}" dt="2026-06-04T20:34:44.418" v="1310" actId="14100"/>
        <pc:sldMkLst>
          <pc:docMk/>
          <pc:sldMk cId="1908870151" sldId="294"/>
        </pc:sldMkLst>
        <pc:spChg chg="mod">
          <ac:chgData name="Sasibhushan Chanthati" userId="b483317d51d3cb65" providerId="LiveId" clId="{9F70B023-3F7E-4767-AA40-8721E98351B9}" dt="2026-06-04T20:34:37.328" v="1307" actId="1076"/>
          <ac:spMkLst>
            <pc:docMk/>
            <pc:sldMk cId="1908870151" sldId="294"/>
            <ac:spMk id="3" creationId="{66B76317-CE0A-98C2-AFE3-D4BED14F438D}"/>
          </ac:spMkLst>
        </pc:spChg>
        <pc:graphicFrameChg chg="mod">
          <ac:chgData name="Sasibhushan Chanthati" userId="b483317d51d3cb65" providerId="LiveId" clId="{9F70B023-3F7E-4767-AA40-8721E98351B9}" dt="2026-06-04T20:33:57.194" v="1303" actId="14100"/>
          <ac:graphicFrameMkLst>
            <pc:docMk/>
            <pc:sldMk cId="1908870151" sldId="294"/>
            <ac:graphicFrameMk id="5" creationId="{7AE5E8D6-9233-866B-2370-15BE8E96601E}"/>
          </ac:graphicFrameMkLst>
        </pc:graphicFrameChg>
        <pc:picChg chg="del">
          <ac:chgData name="Sasibhushan Chanthati" userId="b483317d51d3cb65" providerId="LiveId" clId="{9F70B023-3F7E-4767-AA40-8721E98351B9}" dt="2026-06-04T20:32:23.856" v="1272" actId="478"/>
          <ac:picMkLst>
            <pc:docMk/>
            <pc:sldMk cId="1908870151" sldId="294"/>
            <ac:picMk id="2" creationId="{C343882E-538B-096A-D79A-F348BC94E323}"/>
          </ac:picMkLst>
        </pc:picChg>
        <pc:picChg chg="add mod">
          <ac:chgData name="Sasibhushan Chanthati" userId="b483317d51d3cb65" providerId="LiveId" clId="{9F70B023-3F7E-4767-AA40-8721E98351B9}" dt="2026-06-04T20:34:36.858" v="1306" actId="1076"/>
          <ac:picMkLst>
            <pc:docMk/>
            <pc:sldMk cId="1908870151" sldId="294"/>
            <ac:picMk id="6" creationId="{67A4C274-C9C1-EEBE-B3FB-803782F33F73}"/>
          </ac:picMkLst>
        </pc:picChg>
        <pc:picChg chg="del">
          <ac:chgData name="Sasibhushan Chanthati" userId="b483317d51d3cb65" providerId="LiveId" clId="{9F70B023-3F7E-4767-AA40-8721E98351B9}" dt="2026-06-04T20:32:24.669" v="1273" actId="478"/>
          <ac:picMkLst>
            <pc:docMk/>
            <pc:sldMk cId="1908870151" sldId="294"/>
            <ac:picMk id="8" creationId="{251390FB-1A2D-3DB9-E41D-79879BA46F6E}"/>
          </ac:picMkLst>
        </pc:picChg>
        <pc:picChg chg="add mod">
          <ac:chgData name="Sasibhushan Chanthati" userId="b483317d51d3cb65" providerId="LiveId" clId="{9F70B023-3F7E-4767-AA40-8721E98351B9}" dt="2026-06-04T20:34:44.418" v="1310" actId="14100"/>
          <ac:picMkLst>
            <pc:docMk/>
            <pc:sldMk cId="1908870151" sldId="294"/>
            <ac:picMk id="10" creationId="{A70D8188-CD7B-598E-5C76-4BBD946B855C}"/>
          </ac:picMkLst>
        </pc:picChg>
        <pc:picChg chg="del">
          <ac:chgData name="Sasibhushan Chanthati" userId="b483317d51d3cb65" providerId="LiveId" clId="{9F70B023-3F7E-4767-AA40-8721E98351B9}" dt="2026-06-04T20:32:25.303" v="1274" actId="478"/>
          <ac:picMkLst>
            <pc:docMk/>
            <pc:sldMk cId="1908870151" sldId="294"/>
            <ac:picMk id="14" creationId="{1327FDE0-5B5E-E13B-7BB6-9BADC4ED09D1}"/>
          </ac:picMkLst>
        </pc:picChg>
      </pc:sldChg>
      <pc:sldChg chg="addSp delSp modSp add del mod">
        <pc:chgData name="Sasibhushan Chanthati" userId="b483317d51d3cb65" providerId="LiveId" clId="{9F70B023-3F7E-4767-AA40-8721E98351B9}" dt="2026-06-04T20:36:35.908" v="1328" actId="47"/>
        <pc:sldMkLst>
          <pc:docMk/>
          <pc:sldMk cId="3922689440" sldId="295"/>
        </pc:sldMkLst>
        <pc:spChg chg="add mod">
          <ac:chgData name="Sasibhushan Chanthati" userId="b483317d51d3cb65" providerId="LiveId" clId="{9F70B023-3F7E-4767-AA40-8721E98351B9}" dt="2026-06-04T20:35:59.143" v="1319" actId="14100"/>
          <ac:spMkLst>
            <pc:docMk/>
            <pc:sldMk cId="3922689440" sldId="295"/>
            <ac:spMk id="2" creationId="{37EA043B-9745-1336-D62A-596CB84DDFB3}"/>
          </ac:spMkLst>
        </pc:spChg>
        <pc:spChg chg="add mod">
          <ac:chgData name="Sasibhushan Chanthati" userId="b483317d51d3cb65" providerId="LiveId" clId="{9F70B023-3F7E-4767-AA40-8721E98351B9}" dt="2026-06-04T20:35:59.143" v="1319" actId="14100"/>
          <ac:spMkLst>
            <pc:docMk/>
            <pc:sldMk cId="3922689440" sldId="295"/>
            <ac:spMk id="6" creationId="{4DC0D9B7-CEC1-2706-BD4D-F565C59A79A8}"/>
          </ac:spMkLst>
        </pc:spChg>
        <pc:spChg chg="add del mod">
          <ac:chgData name="Sasibhushan Chanthati" userId="b483317d51d3cb65" providerId="LiveId" clId="{9F70B023-3F7E-4767-AA40-8721E98351B9}" dt="2026-06-04T20:36:30.710" v="1327" actId="14100"/>
          <ac:spMkLst>
            <pc:docMk/>
            <pc:sldMk cId="3922689440" sldId="295"/>
            <ac:spMk id="8" creationId="{A1CB793F-22C6-4A87-9FC2-815B2F605962}"/>
          </ac:spMkLst>
        </pc:spChg>
        <pc:spChg chg="add del mod">
          <ac:chgData name="Sasibhushan Chanthati" userId="b483317d51d3cb65" providerId="LiveId" clId="{9F70B023-3F7E-4767-AA40-8721E98351B9}" dt="2026-06-04T20:36:30.710" v="1327" actId="14100"/>
          <ac:spMkLst>
            <pc:docMk/>
            <pc:sldMk cId="3922689440" sldId="295"/>
            <ac:spMk id="9" creationId="{C501F1AA-8F83-9C2C-3584-4F83891A90A2}"/>
          </ac:spMkLst>
        </pc:spChg>
        <pc:picChg chg="del">
          <ac:chgData name="Sasibhushan Chanthati" userId="b483317d51d3cb65" providerId="LiveId" clId="{9F70B023-3F7E-4767-AA40-8721E98351B9}" dt="2026-06-04T20:35:46.343" v="1316" actId="478"/>
          <ac:picMkLst>
            <pc:docMk/>
            <pc:sldMk cId="3922689440" sldId="295"/>
            <ac:picMk id="5" creationId="{62E0E544-F720-9569-ACBF-C4C1AD952131}"/>
          </ac:picMkLst>
        </pc:picChg>
      </pc:sldChg>
      <pc:sldChg chg="addSp delSp modSp add mod">
        <pc:chgData name="Sasibhushan Chanthati" userId="b483317d51d3cb65" providerId="LiveId" clId="{9F70B023-3F7E-4767-AA40-8721E98351B9}" dt="2026-06-04T20:38:27.495" v="1344" actId="14100"/>
        <pc:sldMkLst>
          <pc:docMk/>
          <pc:sldMk cId="4080491062" sldId="295"/>
        </pc:sldMkLst>
        <pc:spChg chg="add mod">
          <ac:chgData name="Sasibhushan Chanthati" userId="b483317d51d3cb65" providerId="LiveId" clId="{9F70B023-3F7E-4767-AA40-8721E98351B9}" dt="2026-06-04T20:38:27.495" v="1344" actId="14100"/>
          <ac:spMkLst>
            <pc:docMk/>
            <pc:sldMk cId="4080491062" sldId="295"/>
            <ac:spMk id="2" creationId="{9282D0BD-99E4-4F42-9C2C-5F3D5E8F4577}"/>
          </ac:spMkLst>
        </pc:spChg>
        <pc:picChg chg="del">
          <ac:chgData name="Sasibhushan Chanthati" userId="b483317d51d3cb65" providerId="LiveId" clId="{9F70B023-3F7E-4767-AA40-8721E98351B9}" dt="2026-06-04T20:36:42.877" v="1330" actId="478"/>
          <ac:picMkLst>
            <pc:docMk/>
            <pc:sldMk cId="4080491062" sldId="295"/>
            <ac:picMk id="5" creationId="{72A8DF6A-1AB8-713B-0448-809EB39B76BE}"/>
          </ac:picMkLst>
        </pc:picChg>
      </pc:sldChg>
      <pc:sldChg chg="addSp delSp modSp add mod ord">
        <pc:chgData name="Sasibhushan Chanthati" userId="b483317d51d3cb65" providerId="LiveId" clId="{9F70B023-3F7E-4767-AA40-8721E98351B9}" dt="2026-06-04T20:40:24.569" v="1376" actId="14100"/>
        <pc:sldMkLst>
          <pc:docMk/>
          <pc:sldMk cId="1036020124" sldId="296"/>
        </pc:sldMkLst>
        <pc:spChg chg="del mod">
          <ac:chgData name="Sasibhushan Chanthati" userId="b483317d51d3cb65" providerId="LiveId" clId="{9F70B023-3F7E-4767-AA40-8721E98351B9}" dt="2026-06-04T20:39:05.760" v="1352" actId="478"/>
          <ac:spMkLst>
            <pc:docMk/>
            <pc:sldMk cId="1036020124" sldId="296"/>
            <ac:spMk id="2" creationId="{D9ADA647-F999-DA91-6E8A-79C2E0AF90D6}"/>
          </ac:spMkLst>
        </pc:spChg>
        <pc:spChg chg="add mod">
          <ac:chgData name="Sasibhushan Chanthati" userId="b483317d51d3cb65" providerId="LiveId" clId="{9F70B023-3F7E-4767-AA40-8721E98351B9}" dt="2026-06-04T20:40:24.569" v="1376" actId="14100"/>
          <ac:spMkLst>
            <pc:docMk/>
            <pc:sldMk cId="1036020124" sldId="296"/>
            <ac:spMk id="5" creationId="{6131AE00-AF04-BEEF-C575-F9B79464C96F}"/>
          </ac:spMkLst>
        </pc:spChg>
      </pc:sldChg>
      <pc:sldChg chg="addSp delSp modSp add mod">
        <pc:chgData name="Sasibhushan Chanthati" userId="b483317d51d3cb65" providerId="LiveId" clId="{9F70B023-3F7E-4767-AA40-8721E98351B9}" dt="2026-06-04T20:41:57.653" v="1398" actId="14100"/>
        <pc:sldMkLst>
          <pc:docMk/>
          <pc:sldMk cId="580690996" sldId="297"/>
        </pc:sldMkLst>
        <pc:spChg chg="add mod">
          <ac:chgData name="Sasibhushan Chanthati" userId="b483317d51d3cb65" providerId="LiveId" clId="{9F70B023-3F7E-4767-AA40-8721E98351B9}" dt="2026-06-04T20:41:57.653" v="1398" actId="14100"/>
          <ac:spMkLst>
            <pc:docMk/>
            <pc:sldMk cId="580690996" sldId="297"/>
            <ac:spMk id="2" creationId="{3D837DE6-2800-7B90-796D-25DC510CC681}"/>
          </ac:spMkLst>
        </pc:spChg>
        <pc:spChg chg="del mod">
          <ac:chgData name="Sasibhushan Chanthati" userId="b483317d51d3cb65" providerId="LiveId" clId="{9F70B023-3F7E-4767-AA40-8721E98351B9}" dt="2026-06-04T20:40:48.020" v="1379" actId="478"/>
          <ac:spMkLst>
            <pc:docMk/>
            <pc:sldMk cId="580690996" sldId="297"/>
            <ac:spMk id="5" creationId="{CC738C0F-4936-3511-0D21-CB095B5998F7}"/>
          </ac:spMkLst>
        </pc:spChg>
      </pc:sldChg>
    </pc:docChg>
  </pc:docChgLst>
</pc:chgInfo>
</file>

<file path=ppt/diagrams/_rels/data1.xml.rels><?xml version="1.0" encoding="UTF-8" standalone="yes"?>
<Relationships xmlns="http://schemas.openxmlformats.org/package/2006/relationships"><Relationship Id="rId1" Type="http://schemas.openxmlformats.org/officeDocument/2006/relationships/image" Target="../media/image1.png"/></Relationships>
</file>

<file path=ppt/diagrams/_rels/data2.xml.rels><?xml version="1.0" encoding="UTF-8" standalone="yes"?>
<Relationships xmlns="http://schemas.openxmlformats.org/package/2006/relationships"><Relationship Id="rId1" Type="http://schemas.openxmlformats.org/officeDocument/2006/relationships/image" Target="../media/image1.png"/></Relationships>
</file>

<file path=ppt/diagrams/_rels/data3.xml.rels><?xml version="1.0" encoding="UTF-8" standalone="yes"?>
<Relationships xmlns="http://schemas.openxmlformats.org/package/2006/relationships"><Relationship Id="rId1" Type="http://schemas.openxmlformats.org/officeDocument/2006/relationships/image" Target="../media/image1.png"/></Relationships>
</file>

<file path=ppt/diagrams/_rels/data5.xml.rels><?xml version="1.0" encoding="UTF-8" standalone="yes"?>
<Relationships xmlns="http://schemas.openxmlformats.org/package/2006/relationships"><Relationship Id="rId1" Type="http://schemas.openxmlformats.org/officeDocument/2006/relationships/image" Target="../media/image1.png"/></Relationships>
</file>

<file path=ppt/diagrams/colors1.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5F67C6C4-8AEC-48B1-87B5-64474C2C08C7}" type="doc">
      <dgm:prSet loTypeId="urn:microsoft.com/office/officeart/2008/layout/LinedList" loCatId="list" qsTypeId="urn:microsoft.com/office/officeart/2005/8/quickstyle/simple4" qsCatId="simple" csTypeId="urn:microsoft.com/office/officeart/2005/8/colors/accent0_3" csCatId="mainScheme" phldr="1"/>
      <dgm:spPr/>
      <dgm:t>
        <a:bodyPr/>
        <a:lstStyle/>
        <a:p>
          <a:endParaRPr lang="en-US"/>
        </a:p>
      </dgm:t>
    </dgm:pt>
    <dgm:pt modelId="{B52BFD6C-FA14-4E26-9C88-E99D4129CA21}" type="pres">
      <dgm:prSet presAssocID="{5F67C6C4-8AEC-48B1-87B5-64474C2C08C7}" presName="vert0" presStyleCnt="0">
        <dgm:presLayoutVars>
          <dgm:dir/>
          <dgm:animOne val="branch"/>
          <dgm:animLvl val="lvl"/>
        </dgm:presLayoutVars>
      </dgm:prSet>
      <dgm:spPr/>
    </dgm:pt>
  </dgm:ptLst>
  <dgm:cxnLst>
    <dgm:cxn modelId="{1D486D60-8D1F-4CEB-A109-92C1ED5CAE03}" type="presOf" srcId="{5F67C6C4-8AEC-48B1-87B5-64474C2C08C7}" destId="{B52BFD6C-FA14-4E26-9C88-E99D4129CA21}" srcOrd="0" destOrd="0" presId="urn:microsoft.com/office/officeart/2008/layout/LinedList"/>
  </dgm:cxnLst>
  <dgm:bg>
    <a:blipFill>
      <a:blip xmlns:r="http://schemas.openxmlformats.org/officeDocument/2006/relationships" r:embed="rId1"/>
      <a:stretch>
        <a:fillRect/>
      </a:stretch>
    </a:blipFill>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5F67C6C4-8AEC-48B1-87B5-64474C2C08C7}" type="doc">
      <dgm:prSet loTypeId="urn:microsoft.com/office/officeart/2008/layout/LinedList" loCatId="list" qsTypeId="urn:microsoft.com/office/officeart/2005/8/quickstyle/simple4" qsCatId="simple" csTypeId="urn:microsoft.com/office/officeart/2005/8/colors/accent0_3" csCatId="mainScheme" phldr="1"/>
      <dgm:spPr/>
      <dgm:t>
        <a:bodyPr/>
        <a:lstStyle/>
        <a:p>
          <a:endParaRPr lang="en-US"/>
        </a:p>
      </dgm:t>
    </dgm:pt>
    <dgm:pt modelId="{B52BFD6C-FA14-4E26-9C88-E99D4129CA21}" type="pres">
      <dgm:prSet presAssocID="{5F67C6C4-8AEC-48B1-87B5-64474C2C08C7}" presName="vert0" presStyleCnt="0">
        <dgm:presLayoutVars>
          <dgm:dir/>
          <dgm:animOne val="branch"/>
          <dgm:animLvl val="lvl"/>
        </dgm:presLayoutVars>
      </dgm:prSet>
      <dgm:spPr/>
    </dgm:pt>
  </dgm:ptLst>
  <dgm:cxnLst>
    <dgm:cxn modelId="{1D486D60-8D1F-4CEB-A109-92C1ED5CAE03}" type="presOf" srcId="{5F67C6C4-8AEC-48B1-87B5-64474C2C08C7}" destId="{B52BFD6C-FA14-4E26-9C88-E99D4129CA21}" srcOrd="0" destOrd="0" presId="urn:microsoft.com/office/officeart/2008/layout/LinedList"/>
  </dgm:cxnLst>
  <dgm:bg>
    <a:blipFill>
      <a:blip xmlns:r="http://schemas.openxmlformats.org/officeDocument/2006/relationships" r:embed="rId1"/>
      <a:stretch>
        <a:fillRect/>
      </a:stretch>
    </a:blipFill>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5F67C6C4-8AEC-48B1-87B5-64474C2C08C7}" type="doc">
      <dgm:prSet loTypeId="urn:microsoft.com/office/officeart/2008/layout/LinedList" loCatId="list" qsTypeId="urn:microsoft.com/office/officeart/2005/8/quickstyle/simple4" qsCatId="simple" csTypeId="urn:microsoft.com/office/officeart/2005/8/colors/accent0_3" csCatId="mainScheme" phldr="1"/>
      <dgm:spPr/>
      <dgm:t>
        <a:bodyPr/>
        <a:lstStyle/>
        <a:p>
          <a:endParaRPr lang="en-US"/>
        </a:p>
      </dgm:t>
    </dgm:pt>
    <dgm:pt modelId="{B52BFD6C-FA14-4E26-9C88-E99D4129CA21}" type="pres">
      <dgm:prSet presAssocID="{5F67C6C4-8AEC-48B1-87B5-64474C2C08C7}" presName="vert0" presStyleCnt="0">
        <dgm:presLayoutVars>
          <dgm:dir/>
          <dgm:animOne val="branch"/>
          <dgm:animLvl val="lvl"/>
        </dgm:presLayoutVars>
      </dgm:prSet>
      <dgm:spPr/>
    </dgm:pt>
  </dgm:ptLst>
  <dgm:cxnLst>
    <dgm:cxn modelId="{1D486D60-8D1F-4CEB-A109-92C1ED5CAE03}" type="presOf" srcId="{5F67C6C4-8AEC-48B1-87B5-64474C2C08C7}" destId="{B52BFD6C-FA14-4E26-9C88-E99D4129CA21}" srcOrd="0" destOrd="0" presId="urn:microsoft.com/office/officeart/2008/layout/LinedList"/>
  </dgm:cxnLst>
  <dgm:bg>
    <a:blipFill>
      <a:blip xmlns:r="http://schemas.openxmlformats.org/officeDocument/2006/relationships" r:embed="rId1"/>
      <a:stretch>
        <a:fillRect/>
      </a:stretch>
    </a:blipFill>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AA09D56C-0536-4968-9AAF-974E82A62EBE}" type="doc">
      <dgm:prSet loTypeId="urn:microsoft.com/office/officeart/2008/layout/LinedList" loCatId="list" qsTypeId="urn:microsoft.com/office/officeart/2005/8/quickstyle/simple4" qsCatId="simple" csTypeId="urn:microsoft.com/office/officeart/2005/8/colors/accent0_3" csCatId="mainScheme" phldr="1"/>
      <dgm:spPr/>
      <dgm:t>
        <a:bodyPr/>
        <a:lstStyle/>
        <a:p>
          <a:endParaRPr lang="en-US"/>
        </a:p>
      </dgm:t>
    </dgm:pt>
    <dgm:pt modelId="{1C9CCE22-C1AF-4397-A90C-A15F7B3C820C}">
      <dgm:prSet custT="1"/>
      <dgm:spPr/>
      <dgm:t>
        <a:bodyPr/>
        <a:lstStyle/>
        <a:p>
          <a:r>
            <a:rPr lang="en-US" sz="1600" b="1" dirty="0"/>
            <a:t>Reference - Solutions from Book</a:t>
          </a:r>
          <a:r>
            <a:rPr lang="en-US" sz="1600" b="1" dirty="0">
              <a:latin typeface="Arial" panose="020B0604020202020204" pitchFamily="34" charset="0"/>
              <a:cs typeface="Arial" panose="020B0604020202020204" pitchFamily="34" charset="0"/>
            </a:rPr>
            <a:t>: </a:t>
          </a:r>
          <a:r>
            <a:rPr lang="en-US" sz="1600" dirty="0">
              <a:latin typeface="Arial" panose="020B0604020202020204" pitchFamily="34" charset="0"/>
              <a:cs typeface="Arial" panose="020B0604020202020204" pitchFamily="34" charset="0"/>
            </a:rPr>
            <a:t>A comprehensive guide with solutions of use cases using python programming and leveraging large language model LLM: Use Cases Solutions Using Python and LLM</a:t>
          </a:r>
        </a:p>
        <a:p>
          <a:pPr>
            <a:buNone/>
          </a:pPr>
          <a:r>
            <a:rPr lang="en-US" sz="1600" b="1" dirty="0">
              <a:latin typeface="Arial" panose="020B0604020202020204" pitchFamily="34" charset="0"/>
              <a:cs typeface="Arial" panose="020B0604020202020204" pitchFamily="34" charset="0"/>
            </a:rPr>
            <a:t>Author:</a:t>
          </a:r>
          <a:r>
            <a:rPr lang="en-US" sz="1600" dirty="0">
              <a:latin typeface="Arial" panose="020B0604020202020204" pitchFamily="34" charset="0"/>
              <a:cs typeface="Arial" panose="020B0604020202020204" pitchFamily="34" charset="0"/>
            </a:rPr>
            <a:t> Sasibhushan Rao Chanthati</a:t>
          </a:r>
          <a:br>
            <a:rPr lang="en-US" sz="1600" dirty="0">
              <a:latin typeface="Arial" panose="020B0604020202020204" pitchFamily="34" charset="0"/>
              <a:cs typeface="Arial" panose="020B0604020202020204" pitchFamily="34" charset="0"/>
            </a:rPr>
          </a:br>
          <a:r>
            <a:rPr lang="en-US" sz="1600" b="1" dirty="0">
              <a:latin typeface="Arial" panose="020B0604020202020204" pitchFamily="34" charset="0"/>
              <a:cs typeface="Arial" panose="020B0604020202020204" pitchFamily="34" charset="0"/>
            </a:rPr>
            <a:t>International ISBN:</a:t>
          </a:r>
          <a:r>
            <a:rPr lang="en-US" sz="1600" dirty="0">
              <a:latin typeface="Arial" panose="020B0604020202020204" pitchFamily="34" charset="0"/>
              <a:cs typeface="Arial" panose="020B0604020202020204" pitchFamily="34" charset="0"/>
            </a:rPr>
            <a:t> 979-8-89298-451-5</a:t>
          </a:r>
          <a:br>
            <a:rPr lang="en-US" sz="1600" dirty="0">
              <a:latin typeface="Arial" panose="020B0604020202020204" pitchFamily="34" charset="0"/>
              <a:cs typeface="Arial" panose="020B0604020202020204" pitchFamily="34" charset="0"/>
            </a:rPr>
          </a:br>
          <a:r>
            <a:rPr lang="en-US" sz="1600" b="1" dirty="0">
              <a:latin typeface="Arial" panose="020B0604020202020204" pitchFamily="34" charset="0"/>
              <a:cs typeface="Arial" panose="020B0604020202020204" pitchFamily="34" charset="0"/>
            </a:rPr>
            <a:t>Amazon ISBN:</a:t>
          </a:r>
          <a:r>
            <a:rPr lang="en-US" sz="1600" dirty="0">
              <a:latin typeface="Arial" panose="020B0604020202020204" pitchFamily="34" charset="0"/>
              <a:cs typeface="Arial" panose="020B0604020202020204" pitchFamily="34" charset="0"/>
            </a:rPr>
            <a:t> 979-8307073353</a:t>
          </a:r>
          <a:endParaRPr lang="en-US" sz="1600" b="1" dirty="0">
            <a:latin typeface="Arial" panose="020B0604020202020204" pitchFamily="34" charset="0"/>
            <a:cs typeface="Arial" panose="020B0604020202020204" pitchFamily="34" charset="0"/>
          </a:endParaRPr>
        </a:p>
      </dgm:t>
    </dgm:pt>
    <dgm:pt modelId="{56C3610F-FDD3-44FD-8378-41EB34DA4244}" type="parTrans" cxnId="{D24F435F-B4FD-45CB-9038-55937424B125}">
      <dgm:prSet/>
      <dgm:spPr/>
      <dgm:t>
        <a:bodyPr/>
        <a:lstStyle/>
        <a:p>
          <a:endParaRPr lang="en-US"/>
        </a:p>
      </dgm:t>
    </dgm:pt>
    <dgm:pt modelId="{AB4E6779-9C1D-46E8-8349-DA257C1FF873}" type="sibTrans" cxnId="{D24F435F-B4FD-45CB-9038-55937424B125}">
      <dgm:prSet/>
      <dgm:spPr/>
      <dgm:t>
        <a:bodyPr/>
        <a:lstStyle/>
        <a:p>
          <a:endParaRPr lang="en-US"/>
        </a:p>
      </dgm:t>
    </dgm:pt>
    <dgm:pt modelId="{7E689EB6-42C5-4C38-B03E-C7303866C42F}">
      <dgm:prSet/>
      <dgm:spPr/>
      <dgm:t>
        <a:bodyPr/>
        <a:lstStyle/>
        <a:p>
          <a:endParaRPr lang="en-US" dirty="0"/>
        </a:p>
      </dgm:t>
    </dgm:pt>
    <dgm:pt modelId="{12AF07FE-842D-4ABB-81B9-BBF12641D1C2}" type="parTrans" cxnId="{8474A755-4A34-4F03-9237-002587ED3A66}">
      <dgm:prSet/>
      <dgm:spPr/>
      <dgm:t>
        <a:bodyPr/>
        <a:lstStyle/>
        <a:p>
          <a:endParaRPr lang="en-US"/>
        </a:p>
      </dgm:t>
    </dgm:pt>
    <dgm:pt modelId="{EA8434EC-6C74-4D7F-9495-739817F5856B}" type="sibTrans" cxnId="{8474A755-4A34-4F03-9237-002587ED3A66}">
      <dgm:prSet/>
      <dgm:spPr/>
      <dgm:t>
        <a:bodyPr/>
        <a:lstStyle/>
        <a:p>
          <a:endParaRPr lang="en-US"/>
        </a:p>
      </dgm:t>
    </dgm:pt>
    <dgm:pt modelId="{7E547E3C-8406-4091-ACCB-A7CAFC9EABB6}">
      <dgm:prSet/>
      <dgm:spPr/>
      <dgm:t>
        <a:bodyPr/>
        <a:lstStyle/>
        <a:p>
          <a:br>
            <a:rPr lang="en-US" dirty="0"/>
          </a:br>
          <a:endParaRPr lang="en-US" dirty="0"/>
        </a:p>
      </dgm:t>
    </dgm:pt>
    <dgm:pt modelId="{956B5C91-C6D7-4FE4-ABCA-74742997077A}" type="parTrans" cxnId="{760293D2-D7CF-44E1-8C7B-12740A854E49}">
      <dgm:prSet/>
      <dgm:spPr/>
      <dgm:t>
        <a:bodyPr/>
        <a:lstStyle/>
        <a:p>
          <a:endParaRPr lang="en-US"/>
        </a:p>
      </dgm:t>
    </dgm:pt>
    <dgm:pt modelId="{0BCF3473-8DC0-41F1-87CA-FC44E4175EFE}" type="sibTrans" cxnId="{760293D2-D7CF-44E1-8C7B-12740A854E49}">
      <dgm:prSet/>
      <dgm:spPr/>
      <dgm:t>
        <a:bodyPr/>
        <a:lstStyle/>
        <a:p>
          <a:endParaRPr lang="en-US"/>
        </a:p>
      </dgm:t>
    </dgm:pt>
    <dgm:pt modelId="{4DC46DBE-E85D-4338-BAFD-3F7AAC438B9C}" type="pres">
      <dgm:prSet presAssocID="{AA09D56C-0536-4968-9AAF-974E82A62EBE}" presName="vert0" presStyleCnt="0">
        <dgm:presLayoutVars>
          <dgm:dir/>
          <dgm:animOne val="branch"/>
          <dgm:animLvl val="lvl"/>
        </dgm:presLayoutVars>
      </dgm:prSet>
      <dgm:spPr/>
    </dgm:pt>
    <dgm:pt modelId="{8F7A308F-E7E9-4349-9FBF-C920697C33EC}" type="pres">
      <dgm:prSet presAssocID="{1C9CCE22-C1AF-4397-A90C-A15F7B3C820C}" presName="thickLine" presStyleLbl="alignNode1" presStyleIdx="0" presStyleCnt="3"/>
      <dgm:spPr/>
    </dgm:pt>
    <dgm:pt modelId="{449DFF07-08DD-4600-8183-1F6C7A19F3CF}" type="pres">
      <dgm:prSet presAssocID="{1C9CCE22-C1AF-4397-A90C-A15F7B3C820C}" presName="horz1" presStyleCnt="0"/>
      <dgm:spPr/>
    </dgm:pt>
    <dgm:pt modelId="{20712205-6B2D-492D-8BAB-DA5EFB1121E5}" type="pres">
      <dgm:prSet presAssocID="{1C9CCE22-C1AF-4397-A90C-A15F7B3C820C}" presName="tx1" presStyleLbl="revTx" presStyleIdx="0" presStyleCnt="3" custLinFactNeighborX="-969" custLinFactNeighborY="-353"/>
      <dgm:spPr/>
    </dgm:pt>
    <dgm:pt modelId="{6ABA2F83-2582-44EF-A42C-21FF04C608D6}" type="pres">
      <dgm:prSet presAssocID="{1C9CCE22-C1AF-4397-A90C-A15F7B3C820C}" presName="vert1" presStyleCnt="0"/>
      <dgm:spPr/>
    </dgm:pt>
    <dgm:pt modelId="{8C521C69-17D3-4FFD-9880-D950A2953E3E}" type="pres">
      <dgm:prSet presAssocID="{7E689EB6-42C5-4C38-B03E-C7303866C42F}" presName="thickLine" presStyleLbl="alignNode1" presStyleIdx="1" presStyleCnt="3"/>
      <dgm:spPr/>
    </dgm:pt>
    <dgm:pt modelId="{6D580A7E-4677-4408-A1F2-19E22A47137F}" type="pres">
      <dgm:prSet presAssocID="{7E689EB6-42C5-4C38-B03E-C7303866C42F}" presName="horz1" presStyleCnt="0"/>
      <dgm:spPr/>
    </dgm:pt>
    <dgm:pt modelId="{F2929C5B-651E-4BCE-A0DA-8615A0327414}" type="pres">
      <dgm:prSet presAssocID="{7E689EB6-42C5-4C38-B03E-C7303866C42F}" presName="tx1" presStyleLbl="revTx" presStyleIdx="1" presStyleCnt="3"/>
      <dgm:spPr/>
    </dgm:pt>
    <dgm:pt modelId="{45AFF9CE-0A97-4788-9C08-08CCE77F8B84}" type="pres">
      <dgm:prSet presAssocID="{7E689EB6-42C5-4C38-B03E-C7303866C42F}" presName="vert1" presStyleCnt="0"/>
      <dgm:spPr/>
    </dgm:pt>
    <dgm:pt modelId="{19CDD9C4-1B2A-4513-B49D-0D235A405D20}" type="pres">
      <dgm:prSet presAssocID="{7E547E3C-8406-4091-ACCB-A7CAFC9EABB6}" presName="thickLine" presStyleLbl="alignNode1" presStyleIdx="2" presStyleCnt="3"/>
      <dgm:spPr/>
    </dgm:pt>
    <dgm:pt modelId="{2D18C282-201B-487A-8C16-0211DB86D77E}" type="pres">
      <dgm:prSet presAssocID="{7E547E3C-8406-4091-ACCB-A7CAFC9EABB6}" presName="horz1" presStyleCnt="0"/>
      <dgm:spPr/>
    </dgm:pt>
    <dgm:pt modelId="{E77774DA-67A1-4E98-97E7-7D3280AC145C}" type="pres">
      <dgm:prSet presAssocID="{7E547E3C-8406-4091-ACCB-A7CAFC9EABB6}" presName="tx1" presStyleLbl="revTx" presStyleIdx="2" presStyleCnt="3"/>
      <dgm:spPr/>
    </dgm:pt>
    <dgm:pt modelId="{5A0CC56E-DE3C-47BA-8F64-3C9F98C98D27}" type="pres">
      <dgm:prSet presAssocID="{7E547E3C-8406-4091-ACCB-A7CAFC9EABB6}" presName="vert1" presStyleCnt="0"/>
      <dgm:spPr/>
    </dgm:pt>
  </dgm:ptLst>
  <dgm:cxnLst>
    <dgm:cxn modelId="{D24F435F-B4FD-45CB-9038-55937424B125}" srcId="{AA09D56C-0536-4968-9AAF-974E82A62EBE}" destId="{1C9CCE22-C1AF-4397-A90C-A15F7B3C820C}" srcOrd="0" destOrd="0" parTransId="{56C3610F-FDD3-44FD-8378-41EB34DA4244}" sibTransId="{AB4E6779-9C1D-46E8-8349-DA257C1FF873}"/>
    <dgm:cxn modelId="{8BB9EE65-3C52-4974-B9AB-C9B006824734}" type="presOf" srcId="{AA09D56C-0536-4968-9AAF-974E82A62EBE}" destId="{4DC46DBE-E85D-4338-BAFD-3F7AAC438B9C}" srcOrd="0" destOrd="0" presId="urn:microsoft.com/office/officeart/2008/layout/LinedList"/>
    <dgm:cxn modelId="{DEF2B56D-EE82-4A2E-B0D7-26AB36F886E3}" type="presOf" srcId="{7E689EB6-42C5-4C38-B03E-C7303866C42F}" destId="{F2929C5B-651E-4BCE-A0DA-8615A0327414}" srcOrd="0" destOrd="0" presId="urn:microsoft.com/office/officeart/2008/layout/LinedList"/>
    <dgm:cxn modelId="{6D451253-29F5-46A7-AF80-DFDBF12FDACF}" type="presOf" srcId="{1C9CCE22-C1AF-4397-A90C-A15F7B3C820C}" destId="{20712205-6B2D-492D-8BAB-DA5EFB1121E5}" srcOrd="0" destOrd="0" presId="urn:microsoft.com/office/officeart/2008/layout/LinedList"/>
    <dgm:cxn modelId="{8474A755-4A34-4F03-9237-002587ED3A66}" srcId="{AA09D56C-0536-4968-9AAF-974E82A62EBE}" destId="{7E689EB6-42C5-4C38-B03E-C7303866C42F}" srcOrd="1" destOrd="0" parTransId="{12AF07FE-842D-4ABB-81B9-BBF12641D1C2}" sibTransId="{EA8434EC-6C74-4D7F-9495-739817F5856B}"/>
    <dgm:cxn modelId="{CB43D190-2864-4F71-B8A3-9054AA28E86D}" type="presOf" srcId="{7E547E3C-8406-4091-ACCB-A7CAFC9EABB6}" destId="{E77774DA-67A1-4E98-97E7-7D3280AC145C}" srcOrd="0" destOrd="0" presId="urn:microsoft.com/office/officeart/2008/layout/LinedList"/>
    <dgm:cxn modelId="{760293D2-D7CF-44E1-8C7B-12740A854E49}" srcId="{AA09D56C-0536-4968-9AAF-974E82A62EBE}" destId="{7E547E3C-8406-4091-ACCB-A7CAFC9EABB6}" srcOrd="2" destOrd="0" parTransId="{956B5C91-C6D7-4FE4-ABCA-74742997077A}" sibTransId="{0BCF3473-8DC0-41F1-87CA-FC44E4175EFE}"/>
    <dgm:cxn modelId="{468C03DA-0CCA-4229-8539-BCFDB129FACD}" type="presParOf" srcId="{4DC46DBE-E85D-4338-BAFD-3F7AAC438B9C}" destId="{8F7A308F-E7E9-4349-9FBF-C920697C33EC}" srcOrd="0" destOrd="0" presId="urn:microsoft.com/office/officeart/2008/layout/LinedList"/>
    <dgm:cxn modelId="{FEF37EB7-503B-42E1-A7C3-DF90126A693E}" type="presParOf" srcId="{4DC46DBE-E85D-4338-BAFD-3F7AAC438B9C}" destId="{449DFF07-08DD-4600-8183-1F6C7A19F3CF}" srcOrd="1" destOrd="0" presId="urn:microsoft.com/office/officeart/2008/layout/LinedList"/>
    <dgm:cxn modelId="{ED20D4EC-2542-48AB-9E61-1E7DDF23123F}" type="presParOf" srcId="{449DFF07-08DD-4600-8183-1F6C7A19F3CF}" destId="{20712205-6B2D-492D-8BAB-DA5EFB1121E5}" srcOrd="0" destOrd="0" presId="urn:microsoft.com/office/officeart/2008/layout/LinedList"/>
    <dgm:cxn modelId="{D944E16D-EAED-4DF8-A993-43744F8F3ACB}" type="presParOf" srcId="{449DFF07-08DD-4600-8183-1F6C7A19F3CF}" destId="{6ABA2F83-2582-44EF-A42C-21FF04C608D6}" srcOrd="1" destOrd="0" presId="urn:microsoft.com/office/officeart/2008/layout/LinedList"/>
    <dgm:cxn modelId="{84B84F6C-ECB6-4D70-A7B3-146DAF671B5F}" type="presParOf" srcId="{4DC46DBE-E85D-4338-BAFD-3F7AAC438B9C}" destId="{8C521C69-17D3-4FFD-9880-D950A2953E3E}" srcOrd="2" destOrd="0" presId="urn:microsoft.com/office/officeart/2008/layout/LinedList"/>
    <dgm:cxn modelId="{8FFF07F2-C835-40EF-B50F-287D9A19BC4C}" type="presParOf" srcId="{4DC46DBE-E85D-4338-BAFD-3F7AAC438B9C}" destId="{6D580A7E-4677-4408-A1F2-19E22A47137F}" srcOrd="3" destOrd="0" presId="urn:microsoft.com/office/officeart/2008/layout/LinedList"/>
    <dgm:cxn modelId="{BFA5D836-B968-4681-98F8-3F91BA287475}" type="presParOf" srcId="{6D580A7E-4677-4408-A1F2-19E22A47137F}" destId="{F2929C5B-651E-4BCE-A0DA-8615A0327414}" srcOrd="0" destOrd="0" presId="urn:microsoft.com/office/officeart/2008/layout/LinedList"/>
    <dgm:cxn modelId="{BE022D8A-A323-46AD-900C-72AC76FBD85B}" type="presParOf" srcId="{6D580A7E-4677-4408-A1F2-19E22A47137F}" destId="{45AFF9CE-0A97-4788-9C08-08CCE77F8B84}" srcOrd="1" destOrd="0" presId="urn:microsoft.com/office/officeart/2008/layout/LinedList"/>
    <dgm:cxn modelId="{BAFD9235-4CB0-4292-A68A-F8FCBF324940}" type="presParOf" srcId="{4DC46DBE-E85D-4338-BAFD-3F7AAC438B9C}" destId="{19CDD9C4-1B2A-4513-B49D-0D235A405D20}" srcOrd="4" destOrd="0" presId="urn:microsoft.com/office/officeart/2008/layout/LinedList"/>
    <dgm:cxn modelId="{F718594E-4E96-4A14-ADE8-AE2C0B94ECCC}" type="presParOf" srcId="{4DC46DBE-E85D-4338-BAFD-3F7AAC438B9C}" destId="{2D18C282-201B-487A-8C16-0211DB86D77E}" srcOrd="5" destOrd="0" presId="urn:microsoft.com/office/officeart/2008/layout/LinedList"/>
    <dgm:cxn modelId="{4F665455-E696-4E66-97A8-B8CAFB69245D}" type="presParOf" srcId="{2D18C282-201B-487A-8C16-0211DB86D77E}" destId="{E77774DA-67A1-4E98-97E7-7D3280AC145C}" srcOrd="0" destOrd="0" presId="urn:microsoft.com/office/officeart/2008/layout/LinedList"/>
    <dgm:cxn modelId="{52C4DF01-1EC6-4299-89BB-032B1C56C0CF}" type="presParOf" srcId="{2D18C282-201B-487A-8C16-0211DB86D77E}" destId="{5A0CC56E-DE3C-47BA-8F64-3C9F98C98D27}" srcOrd="1" destOrd="0" presId="urn:microsoft.com/office/officeart/2008/layout/Line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5F67C6C4-8AEC-48B1-87B5-64474C2C08C7}" type="doc">
      <dgm:prSet loTypeId="urn:microsoft.com/office/officeart/2008/layout/LinedList" loCatId="list" qsTypeId="urn:microsoft.com/office/officeart/2005/8/quickstyle/simple4" qsCatId="simple" csTypeId="urn:microsoft.com/office/officeart/2005/8/colors/accent0_3" csCatId="mainScheme" phldr="1"/>
      <dgm:spPr/>
      <dgm:t>
        <a:bodyPr/>
        <a:lstStyle/>
        <a:p>
          <a:endParaRPr lang="en-US"/>
        </a:p>
      </dgm:t>
    </dgm:pt>
    <dgm:pt modelId="{B52BFD6C-FA14-4E26-9C88-E99D4129CA21}" type="pres">
      <dgm:prSet presAssocID="{5F67C6C4-8AEC-48B1-87B5-64474C2C08C7}" presName="vert0" presStyleCnt="0">
        <dgm:presLayoutVars>
          <dgm:dir/>
          <dgm:animOne val="branch"/>
          <dgm:animLvl val="lvl"/>
        </dgm:presLayoutVars>
      </dgm:prSet>
      <dgm:spPr/>
    </dgm:pt>
  </dgm:ptLst>
  <dgm:cxnLst>
    <dgm:cxn modelId="{1D486D60-8D1F-4CEB-A109-92C1ED5CAE03}" type="presOf" srcId="{5F67C6C4-8AEC-48B1-87B5-64474C2C08C7}" destId="{B52BFD6C-FA14-4E26-9C88-E99D4129CA21}" srcOrd="0" destOrd="0" presId="urn:microsoft.com/office/officeart/2008/layout/LinedList"/>
  </dgm:cxnLst>
  <dgm:bg>
    <a:blipFill>
      <a:blip xmlns:r="http://schemas.openxmlformats.org/officeDocument/2006/relationships" r:embed="rId1"/>
      <a:stretch>
        <a:fillRect/>
      </a:stretch>
    </a:blipFill>
  </dgm:bg>
  <dgm:whole/>
  <dgm:extLst>
    <a:ext uri="http://schemas.microsoft.com/office/drawing/2008/diagram">
      <dsp:dataModelExt xmlns:dsp="http://schemas.microsoft.com/office/drawing/2008/diagram" relId="rId13"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F7A308F-E7E9-4349-9FBF-C920697C33EC}">
      <dsp:nvSpPr>
        <dsp:cNvPr id="0" name=""/>
        <dsp:cNvSpPr/>
      </dsp:nvSpPr>
      <dsp:spPr>
        <a:xfrm>
          <a:off x="0" y="2962"/>
          <a:ext cx="5554713" cy="0"/>
        </a:xfrm>
        <a:prstGeom prst="line">
          <a:avLst/>
        </a:prstGeom>
        <a:gradFill rotWithShape="0">
          <a:gsLst>
            <a:gs pos="0">
              <a:schemeClr val="dk2">
                <a:hueOff val="0"/>
                <a:satOff val="0"/>
                <a:lumOff val="0"/>
                <a:alphaOff val="0"/>
                <a:tint val="100000"/>
                <a:shade val="100000"/>
                <a:satMod val="130000"/>
              </a:schemeClr>
            </a:gs>
            <a:gs pos="100000">
              <a:schemeClr val="dk2">
                <a:hueOff val="0"/>
                <a:satOff val="0"/>
                <a:lumOff val="0"/>
                <a:alphaOff val="0"/>
                <a:tint val="50000"/>
                <a:shade val="100000"/>
                <a:satMod val="350000"/>
              </a:schemeClr>
            </a:gs>
          </a:gsLst>
          <a:lin ang="16200000" scaled="0"/>
        </a:gradFill>
        <a:ln w="9525" cap="flat" cmpd="sng" algn="ctr">
          <a:solidFill>
            <a:schemeClr val="dk2">
              <a:hueOff val="0"/>
              <a:satOff val="0"/>
              <a:lumOff val="0"/>
              <a:alphaOff val="0"/>
            </a:schemeClr>
          </a:solidFill>
          <a:prstDash val="solid"/>
        </a:ln>
        <a:effectLst>
          <a:outerShdw blurRad="40000" dist="23000" dir="5400000" rotWithShape="0">
            <a:srgbClr val="000000">
              <a:alpha val="35000"/>
            </a:srgbClr>
          </a:outerShdw>
        </a:effectLst>
      </dsp:spPr>
      <dsp:style>
        <a:lnRef idx="1">
          <a:scrgbClr r="0" g="0" b="0"/>
        </a:lnRef>
        <a:fillRef idx="3">
          <a:scrgbClr r="0" g="0" b="0"/>
        </a:fillRef>
        <a:effectRef idx="2">
          <a:scrgbClr r="0" g="0" b="0"/>
        </a:effectRef>
        <a:fontRef idx="minor">
          <a:schemeClr val="lt1"/>
        </a:fontRef>
      </dsp:style>
    </dsp:sp>
    <dsp:sp modelId="{20712205-6B2D-492D-8BAB-DA5EFB1121E5}">
      <dsp:nvSpPr>
        <dsp:cNvPr id="0" name=""/>
        <dsp:cNvSpPr/>
      </dsp:nvSpPr>
      <dsp:spPr>
        <a:xfrm>
          <a:off x="0" y="0"/>
          <a:ext cx="5554713" cy="202063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0960" tIns="60960" rIns="60960" bIns="60960" numCol="1" spcCol="1270" anchor="t" anchorCtr="0">
          <a:noAutofit/>
        </a:bodyPr>
        <a:lstStyle/>
        <a:p>
          <a:pPr marL="0" lvl="0" indent="0" algn="l" defTabSz="711200">
            <a:lnSpc>
              <a:spcPct val="90000"/>
            </a:lnSpc>
            <a:spcBef>
              <a:spcPct val="0"/>
            </a:spcBef>
            <a:spcAft>
              <a:spcPct val="35000"/>
            </a:spcAft>
            <a:buNone/>
          </a:pPr>
          <a:r>
            <a:rPr lang="en-US" sz="1600" b="1" kern="1200" dirty="0"/>
            <a:t>Reference - Solutions from Book</a:t>
          </a:r>
          <a:r>
            <a:rPr lang="en-US" sz="1600" b="1" kern="1200" dirty="0">
              <a:latin typeface="Arial" panose="020B0604020202020204" pitchFamily="34" charset="0"/>
              <a:cs typeface="Arial" panose="020B0604020202020204" pitchFamily="34" charset="0"/>
            </a:rPr>
            <a:t>: </a:t>
          </a:r>
          <a:r>
            <a:rPr lang="en-US" sz="1600" kern="1200" dirty="0">
              <a:latin typeface="Arial" panose="020B0604020202020204" pitchFamily="34" charset="0"/>
              <a:cs typeface="Arial" panose="020B0604020202020204" pitchFamily="34" charset="0"/>
            </a:rPr>
            <a:t>A comprehensive guide with solutions of use cases using python programming and leveraging large language model LLM: Use Cases Solutions Using Python and LLM</a:t>
          </a:r>
        </a:p>
        <a:p>
          <a:pPr marL="0" lvl="0" indent="0" algn="l" defTabSz="711200">
            <a:lnSpc>
              <a:spcPct val="90000"/>
            </a:lnSpc>
            <a:spcBef>
              <a:spcPct val="0"/>
            </a:spcBef>
            <a:spcAft>
              <a:spcPct val="35000"/>
            </a:spcAft>
            <a:buNone/>
          </a:pPr>
          <a:r>
            <a:rPr lang="en-US" sz="1600" b="1" kern="1200" dirty="0">
              <a:latin typeface="Arial" panose="020B0604020202020204" pitchFamily="34" charset="0"/>
              <a:cs typeface="Arial" panose="020B0604020202020204" pitchFamily="34" charset="0"/>
            </a:rPr>
            <a:t>Author:</a:t>
          </a:r>
          <a:r>
            <a:rPr lang="en-US" sz="1600" kern="1200" dirty="0">
              <a:latin typeface="Arial" panose="020B0604020202020204" pitchFamily="34" charset="0"/>
              <a:cs typeface="Arial" panose="020B0604020202020204" pitchFamily="34" charset="0"/>
            </a:rPr>
            <a:t> Sasibhushan Rao Chanthati</a:t>
          </a:r>
          <a:br>
            <a:rPr lang="en-US" sz="1600" kern="1200" dirty="0">
              <a:latin typeface="Arial" panose="020B0604020202020204" pitchFamily="34" charset="0"/>
              <a:cs typeface="Arial" panose="020B0604020202020204" pitchFamily="34" charset="0"/>
            </a:rPr>
          </a:br>
          <a:r>
            <a:rPr lang="en-US" sz="1600" b="1" kern="1200" dirty="0">
              <a:latin typeface="Arial" panose="020B0604020202020204" pitchFamily="34" charset="0"/>
              <a:cs typeface="Arial" panose="020B0604020202020204" pitchFamily="34" charset="0"/>
            </a:rPr>
            <a:t>International ISBN:</a:t>
          </a:r>
          <a:r>
            <a:rPr lang="en-US" sz="1600" kern="1200" dirty="0">
              <a:latin typeface="Arial" panose="020B0604020202020204" pitchFamily="34" charset="0"/>
              <a:cs typeface="Arial" panose="020B0604020202020204" pitchFamily="34" charset="0"/>
            </a:rPr>
            <a:t> 979-8-89298-451-5</a:t>
          </a:r>
          <a:br>
            <a:rPr lang="en-US" sz="1600" kern="1200" dirty="0">
              <a:latin typeface="Arial" panose="020B0604020202020204" pitchFamily="34" charset="0"/>
              <a:cs typeface="Arial" panose="020B0604020202020204" pitchFamily="34" charset="0"/>
            </a:rPr>
          </a:br>
          <a:r>
            <a:rPr lang="en-US" sz="1600" b="1" kern="1200" dirty="0">
              <a:latin typeface="Arial" panose="020B0604020202020204" pitchFamily="34" charset="0"/>
              <a:cs typeface="Arial" panose="020B0604020202020204" pitchFamily="34" charset="0"/>
            </a:rPr>
            <a:t>Amazon ISBN:</a:t>
          </a:r>
          <a:r>
            <a:rPr lang="en-US" sz="1600" kern="1200" dirty="0">
              <a:latin typeface="Arial" panose="020B0604020202020204" pitchFamily="34" charset="0"/>
              <a:cs typeface="Arial" panose="020B0604020202020204" pitchFamily="34" charset="0"/>
            </a:rPr>
            <a:t> 979-8307073353</a:t>
          </a:r>
          <a:endParaRPr lang="en-US" sz="1600" b="1" kern="1200" dirty="0">
            <a:latin typeface="Arial" panose="020B0604020202020204" pitchFamily="34" charset="0"/>
            <a:cs typeface="Arial" panose="020B0604020202020204" pitchFamily="34" charset="0"/>
          </a:endParaRPr>
        </a:p>
      </dsp:txBody>
      <dsp:txXfrm>
        <a:off x="0" y="0"/>
        <a:ext cx="5554713" cy="2020636"/>
      </dsp:txXfrm>
    </dsp:sp>
    <dsp:sp modelId="{8C521C69-17D3-4FFD-9880-D950A2953E3E}">
      <dsp:nvSpPr>
        <dsp:cNvPr id="0" name=""/>
        <dsp:cNvSpPr/>
      </dsp:nvSpPr>
      <dsp:spPr>
        <a:xfrm>
          <a:off x="0" y="2023599"/>
          <a:ext cx="5554713" cy="0"/>
        </a:xfrm>
        <a:prstGeom prst="line">
          <a:avLst/>
        </a:prstGeom>
        <a:gradFill rotWithShape="0">
          <a:gsLst>
            <a:gs pos="0">
              <a:schemeClr val="dk2">
                <a:hueOff val="0"/>
                <a:satOff val="0"/>
                <a:lumOff val="0"/>
                <a:alphaOff val="0"/>
                <a:tint val="100000"/>
                <a:shade val="100000"/>
                <a:satMod val="130000"/>
              </a:schemeClr>
            </a:gs>
            <a:gs pos="100000">
              <a:schemeClr val="dk2">
                <a:hueOff val="0"/>
                <a:satOff val="0"/>
                <a:lumOff val="0"/>
                <a:alphaOff val="0"/>
                <a:tint val="50000"/>
                <a:shade val="100000"/>
                <a:satMod val="350000"/>
              </a:schemeClr>
            </a:gs>
          </a:gsLst>
          <a:lin ang="16200000" scaled="0"/>
        </a:gradFill>
        <a:ln w="9525" cap="flat" cmpd="sng" algn="ctr">
          <a:solidFill>
            <a:schemeClr val="dk2">
              <a:hueOff val="0"/>
              <a:satOff val="0"/>
              <a:lumOff val="0"/>
              <a:alphaOff val="0"/>
            </a:schemeClr>
          </a:solidFill>
          <a:prstDash val="solid"/>
        </a:ln>
        <a:effectLst>
          <a:outerShdw blurRad="40000" dist="23000" dir="5400000" rotWithShape="0">
            <a:srgbClr val="000000">
              <a:alpha val="35000"/>
            </a:srgbClr>
          </a:outerShdw>
        </a:effectLst>
      </dsp:spPr>
      <dsp:style>
        <a:lnRef idx="1">
          <a:scrgbClr r="0" g="0" b="0"/>
        </a:lnRef>
        <a:fillRef idx="3">
          <a:scrgbClr r="0" g="0" b="0"/>
        </a:fillRef>
        <a:effectRef idx="2">
          <a:scrgbClr r="0" g="0" b="0"/>
        </a:effectRef>
        <a:fontRef idx="minor">
          <a:schemeClr val="lt1"/>
        </a:fontRef>
      </dsp:style>
    </dsp:sp>
    <dsp:sp modelId="{F2929C5B-651E-4BCE-A0DA-8615A0327414}">
      <dsp:nvSpPr>
        <dsp:cNvPr id="0" name=""/>
        <dsp:cNvSpPr/>
      </dsp:nvSpPr>
      <dsp:spPr>
        <a:xfrm>
          <a:off x="0" y="2023599"/>
          <a:ext cx="5554713" cy="202063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13360" tIns="213360" rIns="213360" bIns="213360" numCol="1" spcCol="1270" anchor="t" anchorCtr="0">
          <a:noAutofit/>
        </a:bodyPr>
        <a:lstStyle/>
        <a:p>
          <a:pPr marL="0" lvl="0" indent="0" algn="l" defTabSz="2489200">
            <a:lnSpc>
              <a:spcPct val="90000"/>
            </a:lnSpc>
            <a:spcBef>
              <a:spcPct val="0"/>
            </a:spcBef>
            <a:spcAft>
              <a:spcPct val="35000"/>
            </a:spcAft>
            <a:buNone/>
          </a:pPr>
          <a:endParaRPr lang="en-US" sz="5600" kern="1200" dirty="0"/>
        </a:p>
      </dsp:txBody>
      <dsp:txXfrm>
        <a:off x="0" y="2023599"/>
        <a:ext cx="5554713" cy="2020636"/>
      </dsp:txXfrm>
    </dsp:sp>
    <dsp:sp modelId="{19CDD9C4-1B2A-4513-B49D-0D235A405D20}">
      <dsp:nvSpPr>
        <dsp:cNvPr id="0" name=""/>
        <dsp:cNvSpPr/>
      </dsp:nvSpPr>
      <dsp:spPr>
        <a:xfrm>
          <a:off x="0" y="4044235"/>
          <a:ext cx="5554713" cy="0"/>
        </a:xfrm>
        <a:prstGeom prst="line">
          <a:avLst/>
        </a:prstGeom>
        <a:gradFill rotWithShape="0">
          <a:gsLst>
            <a:gs pos="0">
              <a:schemeClr val="dk2">
                <a:hueOff val="0"/>
                <a:satOff val="0"/>
                <a:lumOff val="0"/>
                <a:alphaOff val="0"/>
                <a:tint val="100000"/>
                <a:shade val="100000"/>
                <a:satMod val="130000"/>
              </a:schemeClr>
            </a:gs>
            <a:gs pos="100000">
              <a:schemeClr val="dk2">
                <a:hueOff val="0"/>
                <a:satOff val="0"/>
                <a:lumOff val="0"/>
                <a:alphaOff val="0"/>
                <a:tint val="50000"/>
                <a:shade val="100000"/>
                <a:satMod val="350000"/>
              </a:schemeClr>
            </a:gs>
          </a:gsLst>
          <a:lin ang="16200000" scaled="0"/>
        </a:gradFill>
        <a:ln w="9525" cap="flat" cmpd="sng" algn="ctr">
          <a:solidFill>
            <a:schemeClr val="dk2">
              <a:hueOff val="0"/>
              <a:satOff val="0"/>
              <a:lumOff val="0"/>
              <a:alphaOff val="0"/>
            </a:schemeClr>
          </a:solidFill>
          <a:prstDash val="solid"/>
        </a:ln>
        <a:effectLst>
          <a:outerShdw blurRad="40000" dist="23000" dir="5400000" rotWithShape="0">
            <a:srgbClr val="000000">
              <a:alpha val="35000"/>
            </a:srgbClr>
          </a:outerShdw>
        </a:effectLst>
      </dsp:spPr>
      <dsp:style>
        <a:lnRef idx="1">
          <a:scrgbClr r="0" g="0" b="0"/>
        </a:lnRef>
        <a:fillRef idx="3">
          <a:scrgbClr r="0" g="0" b="0"/>
        </a:fillRef>
        <a:effectRef idx="2">
          <a:scrgbClr r="0" g="0" b="0"/>
        </a:effectRef>
        <a:fontRef idx="minor">
          <a:schemeClr val="lt1"/>
        </a:fontRef>
      </dsp:style>
    </dsp:sp>
    <dsp:sp modelId="{E77774DA-67A1-4E98-97E7-7D3280AC145C}">
      <dsp:nvSpPr>
        <dsp:cNvPr id="0" name=""/>
        <dsp:cNvSpPr/>
      </dsp:nvSpPr>
      <dsp:spPr>
        <a:xfrm>
          <a:off x="0" y="4044235"/>
          <a:ext cx="5554713" cy="202063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13360" tIns="213360" rIns="213360" bIns="213360" numCol="1" spcCol="1270" anchor="t" anchorCtr="0">
          <a:noAutofit/>
        </a:bodyPr>
        <a:lstStyle/>
        <a:p>
          <a:pPr marL="0" lvl="0" indent="0" algn="l" defTabSz="2489200">
            <a:lnSpc>
              <a:spcPct val="90000"/>
            </a:lnSpc>
            <a:spcBef>
              <a:spcPct val="0"/>
            </a:spcBef>
            <a:spcAft>
              <a:spcPct val="35000"/>
            </a:spcAft>
            <a:buNone/>
          </a:pPr>
          <a:br>
            <a:rPr lang="en-US" sz="5600" kern="1200" dirty="0"/>
          </a:br>
          <a:endParaRPr lang="en-US" sz="5600" kern="1200" dirty="0"/>
        </a:p>
      </dsp:txBody>
      <dsp:txXfrm>
        <a:off x="0" y="4044235"/>
        <a:ext cx="5554713" cy="2020636"/>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layout1.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2.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3.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4.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5.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0199008-A378-47CB-B663-484414024C75}" type="datetimeFigureOut">
              <a:rPr lang="en-US" smtClean="0"/>
              <a:t>6/4/2026</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5D7B988-B383-4771-BF9C-6FCB1904572E}" type="slidenum">
              <a:rPr lang="en-US" smtClean="0"/>
              <a:t>‹#›</a:t>
            </a:fld>
            <a:endParaRPr lang="en-US"/>
          </a:p>
        </p:txBody>
      </p:sp>
    </p:spTree>
    <p:extLst>
      <p:ext uri="{BB962C8B-B14F-4D97-AF65-F5344CB8AC3E}">
        <p14:creationId xmlns:p14="http://schemas.microsoft.com/office/powerpoint/2010/main" val="209167441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5D7B988-B383-4771-BF9C-6FCB1904572E}" type="slidenum">
              <a:rPr lang="en-US" smtClean="0"/>
              <a:t>2</a:t>
            </a:fld>
            <a:endParaRPr lang="en-US"/>
          </a:p>
        </p:txBody>
      </p:sp>
    </p:spTree>
    <p:extLst>
      <p:ext uri="{BB962C8B-B14F-4D97-AF65-F5344CB8AC3E}">
        <p14:creationId xmlns:p14="http://schemas.microsoft.com/office/powerpoint/2010/main" val="238700412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8E38FD-544B-675A-70DF-50C1737B28A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BBBD547-6D17-3FF0-04B5-6C3D08A8C45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06AFAFC-DF33-8A50-308F-3D42FE4036A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B4A1C4B-82D6-10BC-8B01-DA33F7E3A789}"/>
              </a:ext>
            </a:extLst>
          </p:cNvPr>
          <p:cNvSpPr>
            <a:spLocks noGrp="1"/>
          </p:cNvSpPr>
          <p:nvPr>
            <p:ph type="sldNum" sz="quarter" idx="5"/>
          </p:nvPr>
        </p:nvSpPr>
        <p:spPr/>
        <p:txBody>
          <a:bodyPr/>
          <a:lstStyle/>
          <a:p>
            <a:fld id="{E5D7B988-B383-4771-BF9C-6FCB1904572E}" type="slidenum">
              <a:rPr lang="en-US" smtClean="0"/>
              <a:t>3</a:t>
            </a:fld>
            <a:endParaRPr lang="en-US"/>
          </a:p>
        </p:txBody>
      </p:sp>
    </p:spTree>
    <p:extLst>
      <p:ext uri="{BB962C8B-B14F-4D97-AF65-F5344CB8AC3E}">
        <p14:creationId xmlns:p14="http://schemas.microsoft.com/office/powerpoint/2010/main" val="219188164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CAF3FC-8EB9-EE2B-FFBE-67949FF02A6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26A8A39-40D9-41F7-9C45-AED1A6073E8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9418CAE-951A-008E-D4C0-089B07EC2D8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585A6D1-4ADB-6AC9-36F7-25A644B3D375}"/>
              </a:ext>
            </a:extLst>
          </p:cNvPr>
          <p:cNvSpPr>
            <a:spLocks noGrp="1"/>
          </p:cNvSpPr>
          <p:nvPr>
            <p:ph type="sldNum" sz="quarter" idx="5"/>
          </p:nvPr>
        </p:nvSpPr>
        <p:spPr/>
        <p:txBody>
          <a:bodyPr/>
          <a:lstStyle/>
          <a:p>
            <a:fld id="{E5D7B988-B383-4771-BF9C-6FCB1904572E}" type="slidenum">
              <a:rPr lang="en-US" smtClean="0"/>
              <a:t>4</a:t>
            </a:fld>
            <a:endParaRPr lang="en-US"/>
          </a:p>
        </p:txBody>
      </p:sp>
    </p:spTree>
    <p:extLst>
      <p:ext uri="{BB962C8B-B14F-4D97-AF65-F5344CB8AC3E}">
        <p14:creationId xmlns:p14="http://schemas.microsoft.com/office/powerpoint/2010/main" val="67092666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87CD8E-7809-330E-3DEB-495716999ED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C544117-8E74-472F-5C0A-509648ACC61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D0F2E37-E7FC-6CF1-BD02-EC2D1C3334F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18720BE-186C-B827-8270-5AEE50CE41A2}"/>
              </a:ext>
            </a:extLst>
          </p:cNvPr>
          <p:cNvSpPr>
            <a:spLocks noGrp="1"/>
          </p:cNvSpPr>
          <p:nvPr>
            <p:ph type="sldNum" sz="quarter" idx="5"/>
          </p:nvPr>
        </p:nvSpPr>
        <p:spPr/>
        <p:txBody>
          <a:bodyPr/>
          <a:lstStyle/>
          <a:p>
            <a:fld id="{E5D7B988-B383-4771-BF9C-6FCB1904572E}" type="slidenum">
              <a:rPr lang="en-US" smtClean="0"/>
              <a:t>5</a:t>
            </a:fld>
            <a:endParaRPr lang="en-US"/>
          </a:p>
        </p:txBody>
      </p:sp>
    </p:spTree>
    <p:extLst>
      <p:ext uri="{BB962C8B-B14F-4D97-AF65-F5344CB8AC3E}">
        <p14:creationId xmlns:p14="http://schemas.microsoft.com/office/powerpoint/2010/main" val="380337698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C6204A-4EEB-E9E2-3425-AC53293250D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23A66A6-B582-038B-3167-97762849213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59551BA-FD55-C536-7598-76FDBBDC641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9DB53D2-9E22-844F-2809-D2D7BA47330A}"/>
              </a:ext>
            </a:extLst>
          </p:cNvPr>
          <p:cNvSpPr>
            <a:spLocks noGrp="1"/>
          </p:cNvSpPr>
          <p:nvPr>
            <p:ph type="sldNum" sz="quarter" idx="5"/>
          </p:nvPr>
        </p:nvSpPr>
        <p:spPr/>
        <p:txBody>
          <a:bodyPr/>
          <a:lstStyle/>
          <a:p>
            <a:fld id="{E5D7B988-B383-4771-BF9C-6FCB1904572E}" type="slidenum">
              <a:rPr lang="en-US" smtClean="0"/>
              <a:t>6</a:t>
            </a:fld>
            <a:endParaRPr lang="en-US"/>
          </a:p>
        </p:txBody>
      </p:sp>
    </p:spTree>
    <p:extLst>
      <p:ext uri="{BB962C8B-B14F-4D97-AF65-F5344CB8AC3E}">
        <p14:creationId xmlns:p14="http://schemas.microsoft.com/office/powerpoint/2010/main" val="116370893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41E021-AF13-3A29-3C35-3B84D8BFC0C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22FB9C7-5A1F-4636-0465-EE62C50D0C5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F5CC801-9C38-95AD-4746-CE04832DB8A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760DB82-93F4-F4F7-D37B-5599BC3E618D}"/>
              </a:ext>
            </a:extLst>
          </p:cNvPr>
          <p:cNvSpPr>
            <a:spLocks noGrp="1"/>
          </p:cNvSpPr>
          <p:nvPr>
            <p:ph type="sldNum" sz="quarter" idx="5"/>
          </p:nvPr>
        </p:nvSpPr>
        <p:spPr/>
        <p:txBody>
          <a:bodyPr/>
          <a:lstStyle/>
          <a:p>
            <a:fld id="{E5D7B988-B383-4771-BF9C-6FCB1904572E}" type="slidenum">
              <a:rPr lang="en-US" smtClean="0"/>
              <a:t>7</a:t>
            </a:fld>
            <a:endParaRPr lang="en-US"/>
          </a:p>
        </p:txBody>
      </p:sp>
    </p:spTree>
    <p:extLst>
      <p:ext uri="{BB962C8B-B14F-4D97-AF65-F5344CB8AC3E}">
        <p14:creationId xmlns:p14="http://schemas.microsoft.com/office/powerpoint/2010/main" val="338826630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0CDCD1-2113-1544-C9BF-795BE4F328A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43617C2-409C-05D9-DB63-98B37DC1E11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EF84A40-2121-2F5F-829A-BAC9F3E471C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0B0B4A1-4BD1-9B2E-8FC2-D37E8815F5C1}"/>
              </a:ext>
            </a:extLst>
          </p:cNvPr>
          <p:cNvSpPr>
            <a:spLocks noGrp="1"/>
          </p:cNvSpPr>
          <p:nvPr>
            <p:ph type="sldNum" sz="quarter" idx="5"/>
          </p:nvPr>
        </p:nvSpPr>
        <p:spPr/>
        <p:txBody>
          <a:bodyPr/>
          <a:lstStyle/>
          <a:p>
            <a:fld id="{E5D7B988-B383-4771-BF9C-6FCB1904572E}" type="slidenum">
              <a:rPr lang="en-US" smtClean="0"/>
              <a:t>8</a:t>
            </a:fld>
            <a:endParaRPr lang="en-US"/>
          </a:p>
        </p:txBody>
      </p:sp>
    </p:spTree>
    <p:extLst>
      <p:ext uri="{BB962C8B-B14F-4D97-AF65-F5344CB8AC3E}">
        <p14:creationId xmlns:p14="http://schemas.microsoft.com/office/powerpoint/2010/main" val="390657463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F6B6B5-9832-81FA-3B41-FD939614647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F23B201-D1C9-A55A-082B-39A3F7999A0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8FFCABE-E4A2-825E-C59B-6628F9BC606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7DC3544-5EB9-C433-FC8C-906BF5733BAC}"/>
              </a:ext>
            </a:extLst>
          </p:cNvPr>
          <p:cNvSpPr>
            <a:spLocks noGrp="1"/>
          </p:cNvSpPr>
          <p:nvPr>
            <p:ph type="sldNum" sz="quarter" idx="5"/>
          </p:nvPr>
        </p:nvSpPr>
        <p:spPr/>
        <p:txBody>
          <a:bodyPr/>
          <a:lstStyle/>
          <a:p>
            <a:fld id="{E5D7B988-B383-4771-BF9C-6FCB1904572E}" type="slidenum">
              <a:rPr lang="en-US" smtClean="0"/>
              <a:t>9</a:t>
            </a:fld>
            <a:endParaRPr lang="en-US"/>
          </a:p>
        </p:txBody>
      </p:sp>
    </p:spTree>
    <p:extLst>
      <p:ext uri="{BB962C8B-B14F-4D97-AF65-F5344CB8AC3E}">
        <p14:creationId xmlns:p14="http://schemas.microsoft.com/office/powerpoint/2010/main" val="361376807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B81EAE-795D-37EA-E36C-D8F0FD2B9ED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C305888-5A3B-CEE9-85D7-595F84D9FC0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546DC79-7B11-4A8E-064F-990DE1137FB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F4F03F4-197C-F13B-A8D7-0637D1B05599}"/>
              </a:ext>
            </a:extLst>
          </p:cNvPr>
          <p:cNvSpPr>
            <a:spLocks noGrp="1"/>
          </p:cNvSpPr>
          <p:nvPr>
            <p:ph type="sldNum" sz="quarter" idx="5"/>
          </p:nvPr>
        </p:nvSpPr>
        <p:spPr/>
        <p:txBody>
          <a:bodyPr/>
          <a:lstStyle/>
          <a:p>
            <a:fld id="{E5D7B988-B383-4771-BF9C-6FCB1904572E}" type="slidenum">
              <a:rPr lang="en-US" smtClean="0"/>
              <a:t>10</a:t>
            </a:fld>
            <a:endParaRPr lang="en-US"/>
          </a:p>
        </p:txBody>
      </p:sp>
    </p:spTree>
    <p:extLst>
      <p:ext uri="{BB962C8B-B14F-4D97-AF65-F5344CB8AC3E}">
        <p14:creationId xmlns:p14="http://schemas.microsoft.com/office/powerpoint/2010/main" val="136483275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50D061-8E0B-D484-CABA-5DE8AF97F36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D91A5A2-7907-7E5C-1831-45BC7CE6208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9C2B1A2-B066-B466-5817-9326342C616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6F0CC65-6F2F-D20B-3DD1-9953B3A82DA9}"/>
              </a:ext>
            </a:extLst>
          </p:cNvPr>
          <p:cNvSpPr>
            <a:spLocks noGrp="1"/>
          </p:cNvSpPr>
          <p:nvPr>
            <p:ph type="sldNum" sz="quarter" idx="5"/>
          </p:nvPr>
        </p:nvSpPr>
        <p:spPr/>
        <p:txBody>
          <a:bodyPr/>
          <a:lstStyle/>
          <a:p>
            <a:fld id="{E5D7B988-B383-4771-BF9C-6FCB1904572E}" type="slidenum">
              <a:rPr lang="en-US" smtClean="0"/>
              <a:t>11</a:t>
            </a:fld>
            <a:endParaRPr lang="en-US"/>
          </a:p>
        </p:txBody>
      </p:sp>
    </p:spTree>
    <p:extLst>
      <p:ext uri="{BB962C8B-B14F-4D97-AF65-F5344CB8AC3E}">
        <p14:creationId xmlns:p14="http://schemas.microsoft.com/office/powerpoint/2010/main" val="98612539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75C3C2-8EF5-4FBE-A5E2-4A4A53E0D3D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7561038-2E31-1E39-D952-935943125F2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659D529-4086-6FC8-CC86-25815777CE0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006DF54-7DAC-DD78-ECC6-A47127AD1E7D}"/>
              </a:ext>
            </a:extLst>
          </p:cNvPr>
          <p:cNvSpPr>
            <a:spLocks noGrp="1"/>
          </p:cNvSpPr>
          <p:nvPr>
            <p:ph type="sldNum" sz="quarter" idx="5"/>
          </p:nvPr>
        </p:nvSpPr>
        <p:spPr/>
        <p:txBody>
          <a:bodyPr/>
          <a:lstStyle/>
          <a:p>
            <a:fld id="{E5D7B988-B383-4771-BF9C-6FCB1904572E}" type="slidenum">
              <a:rPr lang="en-US" smtClean="0"/>
              <a:t>12</a:t>
            </a:fld>
            <a:endParaRPr lang="en-US"/>
          </a:p>
        </p:txBody>
      </p:sp>
    </p:spTree>
    <p:extLst>
      <p:ext uri="{BB962C8B-B14F-4D97-AF65-F5344CB8AC3E}">
        <p14:creationId xmlns:p14="http://schemas.microsoft.com/office/powerpoint/2010/main" val="312363568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7289DD-673A-C8FD-1823-5BC309FC754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3BB035C-100E-E1FE-F364-C522C61B169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E93AF69-20FC-2C3C-32BF-F8438230F35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788C418-E007-1995-6B4C-A139C049EE08}"/>
              </a:ext>
            </a:extLst>
          </p:cNvPr>
          <p:cNvSpPr>
            <a:spLocks noGrp="1"/>
          </p:cNvSpPr>
          <p:nvPr>
            <p:ph type="sldNum" sz="quarter" idx="5"/>
          </p:nvPr>
        </p:nvSpPr>
        <p:spPr/>
        <p:txBody>
          <a:bodyPr/>
          <a:lstStyle/>
          <a:p>
            <a:fld id="{E5D7B988-B383-4771-BF9C-6FCB1904572E}" type="slidenum">
              <a:rPr lang="en-US" smtClean="0"/>
              <a:t>13</a:t>
            </a:fld>
            <a:endParaRPr lang="en-US"/>
          </a:p>
        </p:txBody>
      </p:sp>
    </p:spTree>
    <p:extLst>
      <p:ext uri="{BB962C8B-B14F-4D97-AF65-F5344CB8AC3E}">
        <p14:creationId xmlns:p14="http://schemas.microsoft.com/office/powerpoint/2010/main" val="17624972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D8E54D-3418-1C79-EBC1-02A7E0AEDB1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0B05756-4B28-1FAB-B677-A76820031F0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B5AFDFE-5799-EE62-31EE-4992ACDF0C9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41E1246-B1B5-7188-8EB0-53F75889278A}"/>
              </a:ext>
            </a:extLst>
          </p:cNvPr>
          <p:cNvSpPr>
            <a:spLocks noGrp="1"/>
          </p:cNvSpPr>
          <p:nvPr>
            <p:ph type="sldNum" sz="quarter" idx="5"/>
          </p:nvPr>
        </p:nvSpPr>
        <p:spPr/>
        <p:txBody>
          <a:bodyPr/>
          <a:lstStyle/>
          <a:p>
            <a:fld id="{E5D7B988-B383-4771-BF9C-6FCB1904572E}" type="slidenum">
              <a:rPr lang="en-US" smtClean="0"/>
              <a:t>14</a:t>
            </a:fld>
            <a:endParaRPr lang="en-US"/>
          </a:p>
        </p:txBody>
      </p:sp>
    </p:spTree>
    <p:extLst>
      <p:ext uri="{BB962C8B-B14F-4D97-AF65-F5344CB8AC3E}">
        <p14:creationId xmlns:p14="http://schemas.microsoft.com/office/powerpoint/2010/main" val="41710724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3D0CC2-1CC2-53BD-AE38-10BAD663CF9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BA40F13-B034-CC6E-9FE5-B86F865E708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77F590D-AA13-955F-64E3-40AA2D00238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2A95F2B-3D73-BA7C-70E0-DEC16BB906BC}"/>
              </a:ext>
            </a:extLst>
          </p:cNvPr>
          <p:cNvSpPr>
            <a:spLocks noGrp="1"/>
          </p:cNvSpPr>
          <p:nvPr>
            <p:ph type="sldNum" sz="quarter" idx="5"/>
          </p:nvPr>
        </p:nvSpPr>
        <p:spPr/>
        <p:txBody>
          <a:bodyPr/>
          <a:lstStyle/>
          <a:p>
            <a:fld id="{E5D7B988-B383-4771-BF9C-6FCB1904572E}" type="slidenum">
              <a:rPr lang="en-US" smtClean="0"/>
              <a:t>15</a:t>
            </a:fld>
            <a:endParaRPr lang="en-US"/>
          </a:p>
        </p:txBody>
      </p:sp>
    </p:spTree>
    <p:extLst>
      <p:ext uri="{BB962C8B-B14F-4D97-AF65-F5344CB8AC3E}">
        <p14:creationId xmlns:p14="http://schemas.microsoft.com/office/powerpoint/2010/main" val="48929557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0EC79B-10F2-026A-1452-E6877155BE6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446FBFE-0036-6A8E-5512-504DF8689F6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9247145-57C1-D3A7-16EB-C909793FEAC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EE86CE2-2E9E-67BB-F9E2-6C6B61509334}"/>
              </a:ext>
            </a:extLst>
          </p:cNvPr>
          <p:cNvSpPr>
            <a:spLocks noGrp="1"/>
          </p:cNvSpPr>
          <p:nvPr>
            <p:ph type="sldNum" sz="quarter" idx="5"/>
          </p:nvPr>
        </p:nvSpPr>
        <p:spPr/>
        <p:txBody>
          <a:bodyPr/>
          <a:lstStyle/>
          <a:p>
            <a:fld id="{E5D7B988-B383-4771-BF9C-6FCB1904572E}" type="slidenum">
              <a:rPr lang="en-US" smtClean="0"/>
              <a:t>16</a:t>
            </a:fld>
            <a:endParaRPr lang="en-US"/>
          </a:p>
        </p:txBody>
      </p:sp>
    </p:spTree>
    <p:extLst>
      <p:ext uri="{BB962C8B-B14F-4D97-AF65-F5344CB8AC3E}">
        <p14:creationId xmlns:p14="http://schemas.microsoft.com/office/powerpoint/2010/main" val="170615321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5D7B988-B383-4771-BF9C-6FCB1904572E}" type="slidenum">
              <a:rPr lang="en-US" smtClean="0"/>
              <a:t>17</a:t>
            </a:fld>
            <a:endParaRPr lang="en-US"/>
          </a:p>
        </p:txBody>
      </p:sp>
    </p:spTree>
    <p:extLst>
      <p:ext uri="{BB962C8B-B14F-4D97-AF65-F5344CB8AC3E}">
        <p14:creationId xmlns:p14="http://schemas.microsoft.com/office/powerpoint/2010/main" val="167983573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F86A4F54-CD75-49F1-919B-D4D043B08399}" type="datetime1">
              <a:rPr lang="en-US" smtClean="0"/>
              <a:t>6/4/2026</a:t>
            </a:fld>
            <a:endParaRPr lang="en-US"/>
          </a:p>
        </p:txBody>
      </p:sp>
      <p:sp>
        <p:nvSpPr>
          <p:cNvPr id="5" name="Footer Placeholder 4"/>
          <p:cNvSpPr>
            <a:spLocks noGrp="1"/>
          </p:cNvSpPr>
          <p:nvPr>
            <p:ph type="ftr" sz="quarter" idx="11"/>
          </p:nvPr>
        </p:nvSpPr>
        <p:spPr/>
        <p:txBody>
          <a:bodyPr/>
          <a:lstStyle/>
          <a:p>
            <a:r>
              <a:rPr lang="en-US"/>
              <a:t>Copy @ Sasibhushan Rao Chanthati</a:t>
            </a:r>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6D3C33F-FD79-45A5-A9BE-E31D9271727D}" type="datetime1">
              <a:rPr lang="en-US" smtClean="0"/>
              <a:t>6/4/2026</a:t>
            </a:fld>
            <a:endParaRPr lang="en-US"/>
          </a:p>
        </p:txBody>
      </p:sp>
      <p:sp>
        <p:nvSpPr>
          <p:cNvPr id="5" name="Footer Placeholder 4"/>
          <p:cNvSpPr>
            <a:spLocks noGrp="1"/>
          </p:cNvSpPr>
          <p:nvPr>
            <p:ph type="ftr" sz="quarter" idx="11"/>
          </p:nvPr>
        </p:nvSpPr>
        <p:spPr/>
        <p:txBody>
          <a:bodyPr/>
          <a:lstStyle/>
          <a:p>
            <a:r>
              <a:rPr lang="en-US"/>
              <a:t>Copy @ Sasibhushan Rao Chanthati</a:t>
            </a:r>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0E9C038-B714-4DA3-9CCC-3420CCF11FEA}" type="datetime1">
              <a:rPr lang="en-US" smtClean="0"/>
              <a:t>6/4/2026</a:t>
            </a:fld>
            <a:endParaRPr lang="en-US"/>
          </a:p>
        </p:txBody>
      </p:sp>
      <p:sp>
        <p:nvSpPr>
          <p:cNvPr id="5" name="Footer Placeholder 4"/>
          <p:cNvSpPr>
            <a:spLocks noGrp="1"/>
          </p:cNvSpPr>
          <p:nvPr>
            <p:ph type="ftr" sz="quarter" idx="11"/>
          </p:nvPr>
        </p:nvSpPr>
        <p:spPr/>
        <p:txBody>
          <a:bodyPr/>
          <a:lstStyle/>
          <a:p>
            <a:r>
              <a:rPr lang="en-US"/>
              <a:t>Copy @ Sasibhushan Rao Chanthati</a:t>
            </a:r>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A4E2F645-22E0-4A7B-88A5-7DF7BA6BD2FD}" type="datetime1">
              <a:rPr lang="en-US" smtClean="0"/>
              <a:t>6/4/2026</a:t>
            </a:fld>
            <a:endParaRPr lang="en-US"/>
          </a:p>
        </p:txBody>
      </p:sp>
      <p:sp>
        <p:nvSpPr>
          <p:cNvPr id="6" name="Footer Placeholder 5"/>
          <p:cNvSpPr>
            <a:spLocks noGrp="1"/>
          </p:cNvSpPr>
          <p:nvPr>
            <p:ph type="ftr" sz="quarter" idx="11"/>
          </p:nvPr>
        </p:nvSpPr>
        <p:spPr/>
        <p:txBody>
          <a:bodyPr/>
          <a:lstStyle/>
          <a:p>
            <a:r>
              <a:rPr lang="en-US"/>
              <a:t>Copy @ Sasibhushan Rao Chanthati</a:t>
            </a:r>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EBAC842-D709-4D8C-A453-AB1AECB03F91}" type="datetime1">
              <a:rPr lang="en-US" smtClean="0"/>
              <a:t>6/4/2026</a:t>
            </a:fld>
            <a:endParaRPr lang="en-US"/>
          </a:p>
        </p:txBody>
      </p:sp>
      <p:sp>
        <p:nvSpPr>
          <p:cNvPr id="8" name="Footer Placeholder 7"/>
          <p:cNvSpPr>
            <a:spLocks noGrp="1"/>
          </p:cNvSpPr>
          <p:nvPr>
            <p:ph type="ftr" sz="quarter" idx="11"/>
          </p:nvPr>
        </p:nvSpPr>
        <p:spPr/>
        <p:txBody>
          <a:bodyPr/>
          <a:lstStyle/>
          <a:p>
            <a:r>
              <a:rPr lang="en-US"/>
              <a:t>Copy @ Sasibhushan Rao Chanthati</a:t>
            </a:r>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F16928D0-86C3-4045-A8AD-B64A95408D91}" type="datetime1">
              <a:rPr lang="en-US" smtClean="0"/>
              <a:t>6/4/2026</a:t>
            </a:fld>
            <a:endParaRPr lang="en-US"/>
          </a:p>
        </p:txBody>
      </p:sp>
      <p:sp>
        <p:nvSpPr>
          <p:cNvPr id="4" name="Footer Placeholder 3"/>
          <p:cNvSpPr>
            <a:spLocks noGrp="1"/>
          </p:cNvSpPr>
          <p:nvPr>
            <p:ph type="ftr" sz="quarter" idx="11"/>
          </p:nvPr>
        </p:nvSpPr>
        <p:spPr/>
        <p:txBody>
          <a:bodyPr/>
          <a:lstStyle/>
          <a:p>
            <a:r>
              <a:rPr lang="en-US"/>
              <a:t>Copy @ Sasibhushan Rao Chanthati</a:t>
            </a:r>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80C8BFF-6993-4D17-A121-F29437259D1C}" type="datetime1">
              <a:rPr lang="en-US" smtClean="0"/>
              <a:t>6/4/2026</a:t>
            </a:fld>
            <a:endParaRPr lang="en-US"/>
          </a:p>
        </p:txBody>
      </p:sp>
      <p:sp>
        <p:nvSpPr>
          <p:cNvPr id="3" name="Footer Placeholder 2"/>
          <p:cNvSpPr>
            <a:spLocks noGrp="1"/>
          </p:cNvSpPr>
          <p:nvPr>
            <p:ph type="ftr" sz="quarter" idx="11"/>
          </p:nvPr>
        </p:nvSpPr>
        <p:spPr/>
        <p:txBody>
          <a:bodyPr/>
          <a:lstStyle/>
          <a:p>
            <a:r>
              <a:rPr lang="en-US"/>
              <a:t>Copy @ Sasibhushan Rao Chanthati</a:t>
            </a:r>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4D1F791-E9A6-480B-B30D-DD2E5E58FD90}" type="datetime1">
              <a:rPr lang="en-US" smtClean="0"/>
              <a:t>6/4/2026</a:t>
            </a:fld>
            <a:endParaRPr lang="en-US"/>
          </a:p>
        </p:txBody>
      </p:sp>
      <p:sp>
        <p:nvSpPr>
          <p:cNvPr id="6" name="Footer Placeholder 5"/>
          <p:cNvSpPr>
            <a:spLocks noGrp="1"/>
          </p:cNvSpPr>
          <p:nvPr>
            <p:ph type="ftr" sz="quarter" idx="11"/>
          </p:nvPr>
        </p:nvSpPr>
        <p:spPr/>
        <p:txBody>
          <a:bodyPr/>
          <a:lstStyle/>
          <a:p>
            <a:r>
              <a:rPr lang="en-US"/>
              <a:t>Copy @ Sasibhushan Rao Chanthati</a:t>
            </a:r>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EB459E52-272D-4449-976F-0DE3742D27DF}" type="datetime1">
              <a:rPr lang="en-US" smtClean="0"/>
              <a:t>6/4/2026</a:t>
            </a:fld>
            <a:endParaRPr lang="en-US"/>
          </a:p>
        </p:txBody>
      </p:sp>
      <p:sp>
        <p:nvSpPr>
          <p:cNvPr id="6" name="Footer Placeholder 5"/>
          <p:cNvSpPr>
            <a:spLocks noGrp="1"/>
          </p:cNvSpPr>
          <p:nvPr>
            <p:ph type="ftr" sz="quarter" idx="11"/>
          </p:nvPr>
        </p:nvSpPr>
        <p:spPr/>
        <p:txBody>
          <a:bodyPr/>
          <a:lstStyle/>
          <a:p>
            <a:r>
              <a:rPr lang="en-US"/>
              <a:t>Copy @ Sasibhushan Rao Chanthati</a:t>
            </a:r>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AE75337-1890-4ACF-856A-4C11F5805BDD}" type="datetime1">
              <a:rPr lang="en-US" smtClean="0"/>
              <a:t>6/4/2026</a:t>
            </a:fld>
            <a:endParaRPr lang="en-US"/>
          </a:p>
        </p:txBody>
      </p:sp>
      <p:sp>
        <p:nvSpPr>
          <p:cNvPr id="5" name="Footer Placeholder 4"/>
          <p:cNvSpPr>
            <a:spLocks noGrp="1"/>
          </p:cNvSpPr>
          <p:nvPr>
            <p:ph type="ftr" sz="quarter" idx="11"/>
          </p:nvPr>
        </p:nvSpPr>
        <p:spPr/>
        <p:txBody>
          <a:bodyPr/>
          <a:lstStyle/>
          <a:p>
            <a:r>
              <a:rPr lang="en-US"/>
              <a:t>Copy @ Sasibhushan Rao Chanthati</a:t>
            </a:r>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E902AA7-4F45-4F66-B6BB-6771B604DE6C}" type="datetime1">
              <a:rPr lang="en-US" smtClean="0"/>
              <a:t>6/4/2026</a:t>
            </a:fld>
            <a:endParaRPr lang="en-US"/>
          </a:p>
        </p:txBody>
      </p:sp>
      <p:sp>
        <p:nvSpPr>
          <p:cNvPr id="5" name="Footer Placeholder 4"/>
          <p:cNvSpPr>
            <a:spLocks noGrp="1"/>
          </p:cNvSpPr>
          <p:nvPr>
            <p:ph type="ftr" sz="quarter" idx="11"/>
          </p:nvPr>
        </p:nvSpPr>
        <p:spPr/>
        <p:txBody>
          <a:bodyPr/>
          <a:lstStyle/>
          <a:p>
            <a:r>
              <a:rPr lang="en-US"/>
              <a:t>Copy @ Sasibhushan Rao Chanthati</a:t>
            </a:r>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FA57EA1-E69B-4A3C-9B91-8C77BE256F82}" type="datetime1">
              <a:rPr lang="en-US" smtClean="0"/>
              <a:t>6/4/2026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Copy @ Sasibhushan Rao Chanthati</a:t>
            </a: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dt="0"/>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1.png"/></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2.xml"/><Relationship Id="rId5" Type="http://schemas.openxmlformats.org/officeDocument/2006/relationships/image" Target="../media/image6.png"/><Relationship Id="rId4" Type="http://schemas.openxmlformats.org/officeDocument/2006/relationships/image" Target="../media/image5.png"/></Relationships>
</file>

<file path=ppt/slides/_rels/slide11.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1.png"/><Relationship Id="rId7" Type="http://schemas.openxmlformats.org/officeDocument/2006/relationships/image" Target="../media/image9.png"/><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5.png"/><Relationship Id="rId9" Type="http://schemas.openxmlformats.org/officeDocument/2006/relationships/image" Target="../media/image11.png"/></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15.png"/><Relationship Id="rId2" Type="http://schemas.openxmlformats.org/officeDocument/2006/relationships/notesSlide" Target="../notesSlides/notesSlide11.xml"/><Relationship Id="rId1" Type="http://schemas.openxmlformats.org/officeDocument/2006/relationships/slideLayout" Target="../slideLayouts/slideLayout2.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19.png"/><Relationship Id="rId2" Type="http://schemas.openxmlformats.org/officeDocument/2006/relationships/notesSlide" Target="../notesSlides/notesSlide12.xml"/><Relationship Id="rId1" Type="http://schemas.openxmlformats.org/officeDocument/2006/relationships/slideLayout" Target="../slideLayouts/slideLayout2.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16.png"/></Relationships>
</file>

<file path=ppt/slides/_rels/slide14.xml.rels><?xml version="1.0" encoding="UTF-8" standalone="yes"?>
<Relationships xmlns="http://schemas.openxmlformats.org/package/2006/relationships"><Relationship Id="rId8" Type="http://schemas.openxmlformats.org/officeDocument/2006/relationships/image" Target="../media/image20.png"/><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13.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 Id="rId9" Type="http://schemas.openxmlformats.org/officeDocument/2006/relationships/image" Target="../media/image21.png"/></Relationships>
</file>

<file path=ppt/slides/_rels/slide15.xml.rels><?xml version="1.0" encoding="UTF-8" standalone="yes"?>
<Relationships xmlns="http://schemas.openxmlformats.org/package/2006/relationships"><Relationship Id="rId8" Type="http://schemas.openxmlformats.org/officeDocument/2006/relationships/image" Target="../media/image22.png"/><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14.xml"/><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10" Type="http://schemas.openxmlformats.org/officeDocument/2006/relationships/image" Target="../media/image24.png"/><Relationship Id="rId4" Type="http://schemas.openxmlformats.org/officeDocument/2006/relationships/diagramLayout" Target="../diagrams/layout2.xml"/><Relationship Id="rId9" Type="http://schemas.openxmlformats.org/officeDocument/2006/relationships/image" Target="../media/image23.png"/></Relationships>
</file>

<file path=ppt/slides/_rels/slide16.xml.rels><?xml version="1.0" encoding="UTF-8" standalone="yes"?>
<Relationships xmlns="http://schemas.openxmlformats.org/package/2006/relationships"><Relationship Id="rId8" Type="http://schemas.openxmlformats.org/officeDocument/2006/relationships/image" Target="../media/image25.png"/><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15.xml"/><Relationship Id="rId1" Type="http://schemas.openxmlformats.org/officeDocument/2006/relationships/slideLayout" Target="../slideLayouts/slideLayout2.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 Id="rId9" Type="http://schemas.openxmlformats.org/officeDocument/2006/relationships/image" Target="../media/image26.png"/></Relationships>
</file>

<file path=ppt/slides/_rels/slide17.xml.rels><?xml version="1.0" encoding="UTF-8" standalone="yes"?>
<Relationships xmlns="http://schemas.openxmlformats.org/package/2006/relationships"><Relationship Id="rId8" Type="http://schemas.openxmlformats.org/officeDocument/2006/relationships/image" Target="../media/image27.png"/><Relationship Id="rId13" Type="http://schemas.microsoft.com/office/2007/relationships/diagramDrawing" Target="../diagrams/drawing5.xml"/><Relationship Id="rId3" Type="http://schemas.openxmlformats.org/officeDocument/2006/relationships/diagramData" Target="../diagrams/data4.xml"/><Relationship Id="rId7" Type="http://schemas.microsoft.com/office/2007/relationships/diagramDrawing" Target="../diagrams/drawing4.xml"/><Relationship Id="rId12" Type="http://schemas.openxmlformats.org/officeDocument/2006/relationships/diagramColors" Target="../diagrams/colors5.xml"/><Relationship Id="rId2" Type="http://schemas.openxmlformats.org/officeDocument/2006/relationships/notesSlide" Target="../notesSlides/notesSlide16.xml"/><Relationship Id="rId1" Type="http://schemas.openxmlformats.org/officeDocument/2006/relationships/slideLayout" Target="../slideLayouts/slideLayout2.xml"/><Relationship Id="rId6" Type="http://schemas.openxmlformats.org/officeDocument/2006/relationships/diagramColors" Target="../diagrams/colors4.xml"/><Relationship Id="rId11" Type="http://schemas.openxmlformats.org/officeDocument/2006/relationships/diagramQuickStyle" Target="../diagrams/quickStyle5.xml"/><Relationship Id="rId5" Type="http://schemas.openxmlformats.org/officeDocument/2006/relationships/diagramQuickStyle" Target="../diagrams/quickStyle4.xml"/><Relationship Id="rId10" Type="http://schemas.openxmlformats.org/officeDocument/2006/relationships/diagramLayout" Target="../diagrams/layout5.xml"/><Relationship Id="rId4" Type="http://schemas.openxmlformats.org/officeDocument/2006/relationships/diagramLayout" Target="../diagrams/layout4.xml"/><Relationship Id="rId9" Type="http://schemas.openxmlformats.org/officeDocument/2006/relationships/diagramData" Target="../diagrams/data5.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53" name="Rectangle 52">
            <a:extLst>
              <a:ext uri="{FF2B5EF4-FFF2-40B4-BE49-F238E27FC236}">
                <a16:creationId xmlns:a16="http://schemas.microsoft.com/office/drawing/2014/main" id="{19D32F93-50AC-4C46-A5DB-291C60DDB7B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935FB572-EE24-B242-8435-188AAC4E70F7}"/>
              </a:ext>
            </a:extLst>
          </p:cNvPr>
          <p:cNvPicPr>
            <a:picLocks noChangeAspect="1"/>
          </p:cNvPicPr>
          <p:nvPr/>
        </p:nvPicPr>
        <p:blipFill>
          <a:blip r:embed="rId2"/>
          <a:stretch>
            <a:fillRect/>
          </a:stretch>
        </p:blipFill>
        <p:spPr>
          <a:xfrm>
            <a:off x="707581" y="924538"/>
            <a:ext cx="7210048" cy="1784486"/>
          </a:xfrm>
          <a:prstGeom prst="rect">
            <a:avLst/>
          </a:prstGeom>
        </p:spPr>
      </p:pic>
      <p:sp>
        <p:nvSpPr>
          <p:cNvPr id="55" name="Right Triangle 54">
            <a:extLst>
              <a:ext uri="{FF2B5EF4-FFF2-40B4-BE49-F238E27FC236}">
                <a16:creationId xmlns:a16="http://schemas.microsoft.com/office/drawing/2014/main" id="{827DC2C4-B485-428A-BF4A-472D2967F47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432540" y="3335867"/>
            <a:ext cx="2468880" cy="3200400"/>
          </a:xfrm>
          <a:prstGeom prst="rtTriangl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7" name="Rectangle 56">
            <a:extLst>
              <a:ext uri="{FF2B5EF4-FFF2-40B4-BE49-F238E27FC236}">
                <a16:creationId xmlns:a16="http://schemas.microsoft.com/office/drawing/2014/main" id="{EE04B5EB-F158-4507-90DD-BD23620C7CC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1330" y="623275"/>
            <a:ext cx="8178790" cy="5607882"/>
          </a:xfrm>
          <a:prstGeom prst="rect">
            <a:avLst/>
          </a:prstGeom>
          <a:noFill/>
          <a:ln w="190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ctrTitle"/>
          </p:nvPr>
        </p:nvSpPr>
        <p:spPr>
          <a:xfrm>
            <a:off x="966978" y="3136606"/>
            <a:ext cx="6518343" cy="1233375"/>
          </a:xfrm>
        </p:spPr>
        <p:txBody>
          <a:bodyPr anchor="b">
            <a:normAutofit/>
          </a:bodyPr>
          <a:lstStyle/>
          <a:p>
            <a:pPr algn="l">
              <a:lnSpc>
                <a:spcPct val="90000"/>
              </a:lnSpc>
            </a:pPr>
            <a:r>
              <a:rPr lang="en-US" sz="2000" dirty="0">
                <a:latin typeface="Arial" panose="020B0604020202020204" pitchFamily="34" charset="0"/>
                <a:cs typeface="Arial" panose="020B0604020202020204" pitchFamily="34" charset="0"/>
              </a:rPr>
              <a:t>Designing Trustworthy Artificial Intelligence: Privacy-Preserving Architectures for the Next Generation of Enterprise-Scale Intelligent Systems</a:t>
            </a:r>
          </a:p>
        </p:txBody>
      </p:sp>
      <p:sp>
        <p:nvSpPr>
          <p:cNvPr id="3" name="Subtitle 2"/>
          <p:cNvSpPr>
            <a:spLocks noGrp="1"/>
          </p:cNvSpPr>
          <p:nvPr>
            <p:ph type="subTitle" idx="1"/>
          </p:nvPr>
        </p:nvSpPr>
        <p:spPr>
          <a:xfrm>
            <a:off x="966978" y="4837814"/>
            <a:ext cx="5490972" cy="1318437"/>
          </a:xfrm>
        </p:spPr>
        <p:txBody>
          <a:bodyPr anchor="t">
            <a:noAutofit/>
          </a:bodyPr>
          <a:lstStyle/>
          <a:p>
            <a:pPr algn="l">
              <a:lnSpc>
                <a:spcPct val="90000"/>
              </a:lnSpc>
            </a:pPr>
            <a:endParaRPr lang="en-US" sz="1200" dirty="0"/>
          </a:p>
          <a:p>
            <a:pPr algn="l">
              <a:lnSpc>
                <a:spcPct val="90000"/>
              </a:lnSpc>
            </a:pPr>
            <a:r>
              <a:rPr lang="en-US" sz="1400" b="1" dirty="0">
                <a:solidFill>
                  <a:srgbClr val="00B0F0"/>
                </a:solidFill>
                <a:latin typeface="Arial" panose="020B0604020202020204" pitchFamily="34" charset="0"/>
                <a:cs typeface="Arial" panose="020B0604020202020204" pitchFamily="34" charset="0"/>
              </a:rPr>
              <a:t>Sasibhushan Rao Chanthati</a:t>
            </a:r>
          </a:p>
          <a:p>
            <a:pPr algn="l">
              <a:lnSpc>
                <a:spcPct val="90000"/>
              </a:lnSpc>
            </a:pPr>
            <a:r>
              <a:rPr lang="en-US" sz="1400" b="1" dirty="0">
                <a:solidFill>
                  <a:srgbClr val="00B0F0"/>
                </a:solidFill>
                <a:latin typeface="Arial" panose="020B0604020202020204" pitchFamily="34" charset="0"/>
                <a:cs typeface="Arial" panose="020B0604020202020204" pitchFamily="34" charset="0"/>
              </a:rPr>
              <a:t>Sr. Software Engineer, Distinguished Fellow, Soft Computing Research Society (SCRS) and Sr. IEEE Baltimore</a:t>
            </a:r>
          </a:p>
          <a:p>
            <a:pPr algn="l">
              <a:lnSpc>
                <a:spcPct val="90000"/>
              </a:lnSpc>
            </a:pPr>
            <a:r>
              <a:rPr lang="en-US" sz="1400" b="1" dirty="0">
                <a:solidFill>
                  <a:srgbClr val="00B0F0"/>
                </a:solidFill>
                <a:latin typeface="Arial" panose="020B0604020202020204" pitchFamily="34" charset="0"/>
                <a:cs typeface="Arial" panose="020B0604020202020204" pitchFamily="34" charset="0"/>
              </a:rPr>
              <a:t>DOI: 10.5281/zenodo.19766720</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E84B5FB9-1ED8-28E9-A323-734225106095}"/>
            </a:ext>
          </a:extLst>
        </p:cNvPr>
        <p:cNvGrpSpPr/>
        <p:nvPr/>
      </p:nvGrpSpPr>
      <p:grpSpPr>
        <a:xfrm>
          <a:off x="0" y="0"/>
          <a:ext cx="0" cy="0"/>
          <a:chOff x="0" y="0"/>
          <a:chExt cx="0" cy="0"/>
        </a:xfrm>
      </p:grpSpPr>
      <p:sp useBgFill="1">
        <p:nvSpPr>
          <p:cNvPr id="34" name="Rectangle 33">
            <a:extLst>
              <a:ext uri="{FF2B5EF4-FFF2-40B4-BE49-F238E27FC236}">
                <a16:creationId xmlns:a16="http://schemas.microsoft.com/office/drawing/2014/main" id="{15D0B4B7-0BBB-DD73-3742-E0B3CAEA306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35" name="Arc 34">
            <a:extLst>
              <a:ext uri="{FF2B5EF4-FFF2-40B4-BE49-F238E27FC236}">
                <a16:creationId xmlns:a16="http://schemas.microsoft.com/office/drawing/2014/main" id="{392CFD35-BE74-5C50-BEAC-3C768FB2DBA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6269068">
            <a:off x="6164896" y="3712762"/>
            <a:ext cx="2987899" cy="2240924"/>
          </a:xfrm>
          <a:prstGeom prst="arc">
            <a:avLst>
              <a:gd name="adj1" fmla="val 14441841"/>
              <a:gd name="adj2" fmla="val 0"/>
            </a:avLst>
          </a:prstGeom>
          <a:ln w="127000" cap="rnd">
            <a:solidFill>
              <a:schemeClr val="accent4"/>
            </a:solidFill>
            <a:prstDash val="dash"/>
            <a:miter lim="800000"/>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4" name="Footer Placeholder 3">
            <a:extLst>
              <a:ext uri="{FF2B5EF4-FFF2-40B4-BE49-F238E27FC236}">
                <a16:creationId xmlns:a16="http://schemas.microsoft.com/office/drawing/2014/main" id="{B4B27A85-BE07-58AA-C508-D4163EC0035B}"/>
              </a:ext>
            </a:extLst>
          </p:cNvPr>
          <p:cNvSpPr>
            <a:spLocks noGrp="1"/>
          </p:cNvSpPr>
          <p:nvPr>
            <p:ph type="ftr" sz="quarter" idx="11"/>
          </p:nvPr>
        </p:nvSpPr>
        <p:spPr>
          <a:xfrm>
            <a:off x="3028950" y="6356350"/>
            <a:ext cx="3086100" cy="365125"/>
          </a:xfrm>
        </p:spPr>
        <p:txBody>
          <a:bodyPr>
            <a:normAutofit/>
          </a:bodyPr>
          <a:lstStyle/>
          <a:p>
            <a:pPr>
              <a:spcAft>
                <a:spcPts val="600"/>
              </a:spcAft>
            </a:pPr>
            <a:r>
              <a:rPr lang="en-US" dirty="0"/>
              <a:t>Copy @ Sasibhushan Rao Chanthati</a:t>
            </a:r>
          </a:p>
        </p:txBody>
      </p:sp>
      <p:pic>
        <p:nvPicPr>
          <p:cNvPr id="11" name="Picture 10">
            <a:extLst>
              <a:ext uri="{FF2B5EF4-FFF2-40B4-BE49-F238E27FC236}">
                <a16:creationId xmlns:a16="http://schemas.microsoft.com/office/drawing/2014/main" id="{122007AE-9642-400A-9550-A5F2FBDFD9C7}"/>
              </a:ext>
            </a:extLst>
          </p:cNvPr>
          <p:cNvPicPr>
            <a:picLocks noChangeAspect="1"/>
          </p:cNvPicPr>
          <p:nvPr/>
        </p:nvPicPr>
        <p:blipFill>
          <a:blip r:embed="rId3"/>
          <a:stretch>
            <a:fillRect/>
          </a:stretch>
        </p:blipFill>
        <p:spPr>
          <a:xfrm>
            <a:off x="-2" y="1344477"/>
            <a:ext cx="7864110" cy="5376997"/>
          </a:xfrm>
          <a:prstGeom prst="rect">
            <a:avLst/>
          </a:prstGeom>
        </p:spPr>
      </p:pic>
      <p:pic>
        <p:nvPicPr>
          <p:cNvPr id="12" name="Picture 11">
            <a:extLst>
              <a:ext uri="{FF2B5EF4-FFF2-40B4-BE49-F238E27FC236}">
                <a16:creationId xmlns:a16="http://schemas.microsoft.com/office/drawing/2014/main" id="{A8E6637A-33B5-5117-C29E-BA2996D47F94}"/>
              </a:ext>
            </a:extLst>
          </p:cNvPr>
          <p:cNvPicPr>
            <a:picLocks noChangeAspect="1"/>
          </p:cNvPicPr>
          <p:nvPr/>
        </p:nvPicPr>
        <p:blipFill>
          <a:blip r:embed="rId4"/>
          <a:stretch>
            <a:fillRect/>
          </a:stretch>
        </p:blipFill>
        <p:spPr>
          <a:xfrm>
            <a:off x="-1" y="0"/>
            <a:ext cx="7864109" cy="1388927"/>
          </a:xfrm>
          <a:prstGeom prst="rect">
            <a:avLst/>
          </a:prstGeom>
        </p:spPr>
      </p:pic>
    </p:spTree>
    <p:extLst>
      <p:ext uri="{BB962C8B-B14F-4D97-AF65-F5344CB8AC3E}">
        <p14:creationId xmlns:p14="http://schemas.microsoft.com/office/powerpoint/2010/main" val="185920946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AE59D9C3-7E30-D36E-52F4-F932D807E950}"/>
            </a:ext>
          </a:extLst>
        </p:cNvPr>
        <p:cNvGrpSpPr/>
        <p:nvPr/>
      </p:nvGrpSpPr>
      <p:grpSpPr>
        <a:xfrm>
          <a:off x="0" y="0"/>
          <a:ext cx="0" cy="0"/>
          <a:chOff x="0" y="0"/>
          <a:chExt cx="0" cy="0"/>
        </a:xfrm>
      </p:grpSpPr>
      <p:sp useBgFill="1">
        <p:nvSpPr>
          <p:cNvPr id="34" name="Rectangle 33">
            <a:extLst>
              <a:ext uri="{FF2B5EF4-FFF2-40B4-BE49-F238E27FC236}">
                <a16:creationId xmlns:a16="http://schemas.microsoft.com/office/drawing/2014/main" id="{626033B2-044A-02EC-1495-6C82EFDF716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35" name="Arc 34">
            <a:extLst>
              <a:ext uri="{FF2B5EF4-FFF2-40B4-BE49-F238E27FC236}">
                <a16:creationId xmlns:a16="http://schemas.microsoft.com/office/drawing/2014/main" id="{56F3DF5F-FE70-B62C-A203-4E7708D381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6269068">
            <a:off x="6164896" y="3712762"/>
            <a:ext cx="2987899" cy="2240924"/>
          </a:xfrm>
          <a:prstGeom prst="arc">
            <a:avLst>
              <a:gd name="adj1" fmla="val 14441841"/>
              <a:gd name="adj2" fmla="val 0"/>
            </a:avLst>
          </a:prstGeom>
          <a:ln w="127000" cap="rnd">
            <a:solidFill>
              <a:schemeClr val="accent4"/>
            </a:solidFill>
            <a:prstDash val="dash"/>
            <a:miter lim="800000"/>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4" name="Footer Placeholder 3">
            <a:extLst>
              <a:ext uri="{FF2B5EF4-FFF2-40B4-BE49-F238E27FC236}">
                <a16:creationId xmlns:a16="http://schemas.microsoft.com/office/drawing/2014/main" id="{5305F116-D3C5-7924-EADC-E9C7F5839D21}"/>
              </a:ext>
            </a:extLst>
          </p:cNvPr>
          <p:cNvSpPr>
            <a:spLocks noGrp="1"/>
          </p:cNvSpPr>
          <p:nvPr>
            <p:ph type="ftr" sz="quarter" idx="11"/>
          </p:nvPr>
        </p:nvSpPr>
        <p:spPr>
          <a:xfrm>
            <a:off x="3028950" y="6356350"/>
            <a:ext cx="3086100" cy="365125"/>
          </a:xfrm>
        </p:spPr>
        <p:txBody>
          <a:bodyPr>
            <a:normAutofit/>
          </a:bodyPr>
          <a:lstStyle/>
          <a:p>
            <a:pPr>
              <a:spcAft>
                <a:spcPts val="600"/>
              </a:spcAft>
            </a:pPr>
            <a:r>
              <a:rPr lang="en-US"/>
              <a:t>Copy @ Sasibhushan Rao Chanthati</a:t>
            </a:r>
          </a:p>
        </p:txBody>
      </p:sp>
      <p:pic>
        <p:nvPicPr>
          <p:cNvPr id="12" name="Picture 11">
            <a:extLst>
              <a:ext uri="{FF2B5EF4-FFF2-40B4-BE49-F238E27FC236}">
                <a16:creationId xmlns:a16="http://schemas.microsoft.com/office/drawing/2014/main" id="{3FF180C2-37D6-E07D-65EC-C54EE7474E95}"/>
              </a:ext>
            </a:extLst>
          </p:cNvPr>
          <p:cNvPicPr>
            <a:picLocks noChangeAspect="1"/>
          </p:cNvPicPr>
          <p:nvPr/>
        </p:nvPicPr>
        <p:blipFill>
          <a:blip r:embed="rId3"/>
          <a:stretch>
            <a:fillRect/>
          </a:stretch>
        </p:blipFill>
        <p:spPr>
          <a:xfrm>
            <a:off x="893133" y="136525"/>
            <a:ext cx="6957176" cy="1171280"/>
          </a:xfrm>
          <a:prstGeom prst="rect">
            <a:avLst/>
          </a:prstGeom>
        </p:spPr>
      </p:pic>
      <p:sp>
        <p:nvSpPr>
          <p:cNvPr id="3" name="Title 1">
            <a:extLst>
              <a:ext uri="{FF2B5EF4-FFF2-40B4-BE49-F238E27FC236}">
                <a16:creationId xmlns:a16="http://schemas.microsoft.com/office/drawing/2014/main" id="{A8726A7A-EA8D-49A0-B49F-46384DC336D9}"/>
              </a:ext>
            </a:extLst>
          </p:cNvPr>
          <p:cNvSpPr txBox="1">
            <a:spLocks/>
          </p:cNvSpPr>
          <p:nvPr/>
        </p:nvSpPr>
        <p:spPr>
          <a:xfrm>
            <a:off x="127591" y="1388927"/>
            <a:ext cx="7644809" cy="4830898"/>
          </a:xfrm>
          <a:prstGeom prst="rect">
            <a:avLst/>
          </a:prstGeom>
        </p:spPr>
        <p:txBody>
          <a:bodyPr vert="horz" lIns="91440" tIns="45720" rIns="91440" bIns="45720" rtlCol="0" anchor="b">
            <a:norm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l">
              <a:lnSpc>
                <a:spcPct val="90000"/>
              </a:lnSpc>
            </a:pPr>
            <a:endParaRPr lang="en-US" sz="2800" dirty="0"/>
          </a:p>
        </p:txBody>
      </p:sp>
      <p:sp>
        <p:nvSpPr>
          <p:cNvPr id="6" name="Rectangle 3">
            <a:extLst>
              <a:ext uri="{FF2B5EF4-FFF2-40B4-BE49-F238E27FC236}">
                <a16:creationId xmlns:a16="http://schemas.microsoft.com/office/drawing/2014/main" id="{589C837B-A8F5-46FE-F582-F5A49B354785}"/>
              </a:ext>
            </a:extLst>
          </p:cNvPr>
          <p:cNvSpPr>
            <a:spLocks noChangeArrowheads="1"/>
          </p:cNvSpPr>
          <p:nvPr/>
        </p:nvSpPr>
        <p:spPr bwMode="auto">
          <a:xfrm>
            <a:off x="605996" y="1665258"/>
            <a:ext cx="7852204" cy="34163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1" i="0" u="none" strike="noStrike" cap="none" normalizeH="0" baseline="0" dirty="0">
                <a:ln>
                  <a:noFill/>
                </a:ln>
                <a:solidFill>
                  <a:schemeClr val="tx1"/>
                </a:solidFill>
                <a:effectLst/>
                <a:latin typeface="Arial" panose="020B0604020202020204" pitchFamily="34" charset="0"/>
              </a:rPr>
              <a:t>Real-Time Trustworthy Artificial Intelligence Reference Architecture</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chemeClr val="tx1"/>
                </a:solidFill>
                <a:effectLst/>
                <a:latin typeface="Arial" panose="020B0604020202020204" pitchFamily="34" charset="0"/>
              </a:rPr>
              <a:t>This architecture illustrates a trust-by-design artificial intelligence framework designed for enterprise-scale intelligent systems operating within governance-sensitive and regulated environments.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2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chemeClr val="tx1"/>
                </a:solidFill>
                <a:effectLst/>
                <a:latin typeface="Arial" panose="020B0604020202020204" pitchFamily="34" charset="0"/>
              </a:rPr>
              <a:t>The architecture begins with operational and transactional data sources that are processed through secure ingestion and privacy-preserving controls, including encryption, tokenization, and data isolation mechanisms. Governance orchestration components enforce policy controls, access management requirements, and operational guardrails before information reaches the intelligence layer.</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2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chemeClr val="tx1"/>
                </a:solidFill>
                <a:effectLst/>
                <a:latin typeface="Arial" panose="020B0604020202020204" pitchFamily="34" charset="0"/>
              </a:rPr>
              <a:t>The intelligence layer incorporates controlled knowledge retrieval, Retrieval-Augmented Generation (RAG), explainability mechanisms, and safety controls to support accountable artificial intelligence operations. Enterprise workflow integration enables automated actions, business process management, and human-in-the-loop decision workflows.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2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chemeClr val="tx1"/>
                </a:solidFill>
                <a:effectLst/>
                <a:latin typeface="Arial" panose="020B0604020202020204" pitchFamily="34" charset="0"/>
              </a:rPr>
              <a:t>The architecture is supported by foundational capabilities including audit and observability controls, model lifecycle management, version governance, continuous monitoring, traceability mechanisms, and risk management processes. These components collectively support resilient, accountable, and trustworthy artificial intelligence deployment within enterprise environments.</a:t>
            </a:r>
          </a:p>
        </p:txBody>
      </p:sp>
    </p:spTree>
    <p:extLst>
      <p:ext uri="{BB962C8B-B14F-4D97-AF65-F5344CB8AC3E}">
        <p14:creationId xmlns:p14="http://schemas.microsoft.com/office/powerpoint/2010/main" val="317752827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DC8D62A9-05AF-9039-A4FD-1ADAF7826426}"/>
            </a:ext>
          </a:extLst>
        </p:cNvPr>
        <p:cNvGrpSpPr/>
        <p:nvPr/>
      </p:nvGrpSpPr>
      <p:grpSpPr>
        <a:xfrm>
          <a:off x="0" y="0"/>
          <a:ext cx="0" cy="0"/>
          <a:chOff x="0" y="0"/>
          <a:chExt cx="0" cy="0"/>
        </a:xfrm>
      </p:grpSpPr>
      <p:sp useBgFill="1">
        <p:nvSpPr>
          <p:cNvPr id="34" name="Rectangle 33">
            <a:extLst>
              <a:ext uri="{FF2B5EF4-FFF2-40B4-BE49-F238E27FC236}">
                <a16:creationId xmlns:a16="http://schemas.microsoft.com/office/drawing/2014/main" id="{3A8D9314-1702-3FAF-C9FC-6EB6DB7818A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35" name="Arc 34">
            <a:extLst>
              <a:ext uri="{FF2B5EF4-FFF2-40B4-BE49-F238E27FC236}">
                <a16:creationId xmlns:a16="http://schemas.microsoft.com/office/drawing/2014/main" id="{F6514EBF-7437-AD5F-A6AE-ABBB1213FC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6269068">
            <a:off x="6164896" y="3712762"/>
            <a:ext cx="2987899" cy="2240924"/>
          </a:xfrm>
          <a:prstGeom prst="arc">
            <a:avLst>
              <a:gd name="adj1" fmla="val 14441841"/>
              <a:gd name="adj2" fmla="val 0"/>
            </a:avLst>
          </a:prstGeom>
          <a:ln w="127000" cap="rnd">
            <a:solidFill>
              <a:schemeClr val="accent4"/>
            </a:solidFill>
            <a:prstDash val="dash"/>
            <a:miter lim="800000"/>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4" name="Footer Placeholder 3">
            <a:extLst>
              <a:ext uri="{FF2B5EF4-FFF2-40B4-BE49-F238E27FC236}">
                <a16:creationId xmlns:a16="http://schemas.microsoft.com/office/drawing/2014/main" id="{2DF3B155-A3A4-D995-DF0C-B18A0D15863B}"/>
              </a:ext>
            </a:extLst>
          </p:cNvPr>
          <p:cNvSpPr>
            <a:spLocks noGrp="1"/>
          </p:cNvSpPr>
          <p:nvPr>
            <p:ph type="ftr" sz="quarter" idx="11"/>
          </p:nvPr>
        </p:nvSpPr>
        <p:spPr>
          <a:xfrm>
            <a:off x="3028950" y="6356350"/>
            <a:ext cx="3086100" cy="365125"/>
          </a:xfrm>
        </p:spPr>
        <p:txBody>
          <a:bodyPr>
            <a:normAutofit/>
          </a:bodyPr>
          <a:lstStyle/>
          <a:p>
            <a:pPr>
              <a:spcAft>
                <a:spcPts val="600"/>
              </a:spcAft>
            </a:pPr>
            <a:r>
              <a:rPr lang="en-US"/>
              <a:t>Copy @ Sasibhushan Rao Chanthati</a:t>
            </a:r>
          </a:p>
        </p:txBody>
      </p:sp>
      <p:pic>
        <p:nvPicPr>
          <p:cNvPr id="12" name="Picture 11">
            <a:extLst>
              <a:ext uri="{FF2B5EF4-FFF2-40B4-BE49-F238E27FC236}">
                <a16:creationId xmlns:a16="http://schemas.microsoft.com/office/drawing/2014/main" id="{A26FD17C-4889-333C-88EA-FC6BC355509A}"/>
              </a:ext>
            </a:extLst>
          </p:cNvPr>
          <p:cNvPicPr>
            <a:picLocks noChangeAspect="1"/>
          </p:cNvPicPr>
          <p:nvPr/>
        </p:nvPicPr>
        <p:blipFill>
          <a:blip r:embed="rId3"/>
          <a:stretch>
            <a:fillRect/>
          </a:stretch>
        </p:blipFill>
        <p:spPr>
          <a:xfrm>
            <a:off x="1493874" y="63702"/>
            <a:ext cx="6156251" cy="1149422"/>
          </a:xfrm>
          <a:prstGeom prst="rect">
            <a:avLst/>
          </a:prstGeom>
        </p:spPr>
      </p:pic>
      <p:sp>
        <p:nvSpPr>
          <p:cNvPr id="3" name="Title 1">
            <a:extLst>
              <a:ext uri="{FF2B5EF4-FFF2-40B4-BE49-F238E27FC236}">
                <a16:creationId xmlns:a16="http://schemas.microsoft.com/office/drawing/2014/main" id="{962D388F-7A09-73FB-CE13-C5A78F22072F}"/>
              </a:ext>
            </a:extLst>
          </p:cNvPr>
          <p:cNvSpPr txBox="1">
            <a:spLocks/>
          </p:cNvSpPr>
          <p:nvPr/>
        </p:nvSpPr>
        <p:spPr>
          <a:xfrm>
            <a:off x="127591" y="1388927"/>
            <a:ext cx="7644809" cy="4830898"/>
          </a:xfrm>
          <a:prstGeom prst="rect">
            <a:avLst/>
          </a:prstGeom>
        </p:spPr>
        <p:txBody>
          <a:bodyPr vert="horz" lIns="91440" tIns="45720" rIns="91440" bIns="45720" rtlCol="0" anchor="b">
            <a:norm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l">
              <a:lnSpc>
                <a:spcPct val="90000"/>
              </a:lnSpc>
            </a:pPr>
            <a:endParaRPr lang="en-US" sz="2800" dirty="0"/>
          </a:p>
        </p:txBody>
      </p:sp>
      <p:pic>
        <p:nvPicPr>
          <p:cNvPr id="5" name="Picture 4">
            <a:extLst>
              <a:ext uri="{FF2B5EF4-FFF2-40B4-BE49-F238E27FC236}">
                <a16:creationId xmlns:a16="http://schemas.microsoft.com/office/drawing/2014/main" id="{7F2E1EF3-527F-DA8C-57DA-DD8E3E67E5F7}"/>
              </a:ext>
            </a:extLst>
          </p:cNvPr>
          <p:cNvPicPr>
            <a:picLocks noChangeAspect="1"/>
          </p:cNvPicPr>
          <p:nvPr/>
        </p:nvPicPr>
        <p:blipFill>
          <a:blip r:embed="rId4"/>
          <a:stretch>
            <a:fillRect/>
          </a:stretch>
        </p:blipFill>
        <p:spPr>
          <a:xfrm>
            <a:off x="26642" y="1273764"/>
            <a:ext cx="9005028" cy="5520534"/>
          </a:xfrm>
          <a:prstGeom prst="rect">
            <a:avLst/>
          </a:prstGeom>
        </p:spPr>
      </p:pic>
    </p:spTree>
    <p:extLst>
      <p:ext uri="{BB962C8B-B14F-4D97-AF65-F5344CB8AC3E}">
        <p14:creationId xmlns:p14="http://schemas.microsoft.com/office/powerpoint/2010/main" val="13102226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CFF7DE64-A64B-F267-2745-E473FE79481E}"/>
            </a:ext>
          </a:extLst>
        </p:cNvPr>
        <p:cNvGrpSpPr/>
        <p:nvPr/>
      </p:nvGrpSpPr>
      <p:grpSpPr>
        <a:xfrm>
          <a:off x="0" y="0"/>
          <a:ext cx="0" cy="0"/>
          <a:chOff x="0" y="0"/>
          <a:chExt cx="0" cy="0"/>
        </a:xfrm>
      </p:grpSpPr>
      <p:sp useBgFill="1">
        <p:nvSpPr>
          <p:cNvPr id="34" name="Rectangle 33">
            <a:extLst>
              <a:ext uri="{FF2B5EF4-FFF2-40B4-BE49-F238E27FC236}">
                <a16:creationId xmlns:a16="http://schemas.microsoft.com/office/drawing/2014/main" id="{8F1C7948-1FE7-79B9-9C05-BB27472862E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35" name="Arc 34">
            <a:extLst>
              <a:ext uri="{FF2B5EF4-FFF2-40B4-BE49-F238E27FC236}">
                <a16:creationId xmlns:a16="http://schemas.microsoft.com/office/drawing/2014/main" id="{EA1ECAB2-7839-C710-A97A-1E6F07BE3B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6269068">
            <a:off x="6164896" y="3712762"/>
            <a:ext cx="2987899" cy="2240924"/>
          </a:xfrm>
          <a:prstGeom prst="arc">
            <a:avLst>
              <a:gd name="adj1" fmla="val 14441841"/>
              <a:gd name="adj2" fmla="val 0"/>
            </a:avLst>
          </a:prstGeom>
          <a:ln w="127000" cap="rnd">
            <a:solidFill>
              <a:schemeClr val="accent4"/>
            </a:solidFill>
            <a:prstDash val="dash"/>
            <a:miter lim="800000"/>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4" name="Footer Placeholder 3">
            <a:extLst>
              <a:ext uri="{FF2B5EF4-FFF2-40B4-BE49-F238E27FC236}">
                <a16:creationId xmlns:a16="http://schemas.microsoft.com/office/drawing/2014/main" id="{735859B6-3674-7C52-05D7-3EFC460BF143}"/>
              </a:ext>
            </a:extLst>
          </p:cNvPr>
          <p:cNvSpPr>
            <a:spLocks noGrp="1"/>
          </p:cNvSpPr>
          <p:nvPr>
            <p:ph type="ftr" sz="quarter" idx="11"/>
          </p:nvPr>
        </p:nvSpPr>
        <p:spPr>
          <a:xfrm>
            <a:off x="3028950" y="6356350"/>
            <a:ext cx="3086100" cy="365125"/>
          </a:xfrm>
        </p:spPr>
        <p:txBody>
          <a:bodyPr>
            <a:normAutofit/>
          </a:bodyPr>
          <a:lstStyle/>
          <a:p>
            <a:pPr>
              <a:spcAft>
                <a:spcPts val="600"/>
              </a:spcAft>
            </a:pPr>
            <a:r>
              <a:rPr lang="en-US"/>
              <a:t>Copy @ Sasibhushan Rao Chanthati</a:t>
            </a:r>
          </a:p>
        </p:txBody>
      </p:sp>
      <p:pic>
        <p:nvPicPr>
          <p:cNvPr id="12" name="Picture 11">
            <a:extLst>
              <a:ext uri="{FF2B5EF4-FFF2-40B4-BE49-F238E27FC236}">
                <a16:creationId xmlns:a16="http://schemas.microsoft.com/office/drawing/2014/main" id="{338703A5-F929-7809-A60F-A5A9A7A0416D}"/>
              </a:ext>
            </a:extLst>
          </p:cNvPr>
          <p:cNvPicPr>
            <a:picLocks noChangeAspect="1"/>
          </p:cNvPicPr>
          <p:nvPr/>
        </p:nvPicPr>
        <p:blipFill>
          <a:blip r:embed="rId3"/>
          <a:stretch>
            <a:fillRect/>
          </a:stretch>
        </p:blipFill>
        <p:spPr>
          <a:xfrm>
            <a:off x="486858" y="0"/>
            <a:ext cx="7439025" cy="1388927"/>
          </a:xfrm>
          <a:prstGeom prst="rect">
            <a:avLst/>
          </a:prstGeom>
        </p:spPr>
      </p:pic>
      <p:sp>
        <p:nvSpPr>
          <p:cNvPr id="3" name="Title 1">
            <a:extLst>
              <a:ext uri="{FF2B5EF4-FFF2-40B4-BE49-F238E27FC236}">
                <a16:creationId xmlns:a16="http://schemas.microsoft.com/office/drawing/2014/main" id="{93FC0216-390F-BFE6-5D4E-D6DF3F8270B7}"/>
              </a:ext>
            </a:extLst>
          </p:cNvPr>
          <p:cNvSpPr txBox="1">
            <a:spLocks/>
          </p:cNvSpPr>
          <p:nvPr/>
        </p:nvSpPr>
        <p:spPr>
          <a:xfrm>
            <a:off x="127591" y="1388927"/>
            <a:ext cx="7644809" cy="4830898"/>
          </a:xfrm>
          <a:prstGeom prst="rect">
            <a:avLst/>
          </a:prstGeom>
        </p:spPr>
        <p:txBody>
          <a:bodyPr vert="horz" lIns="91440" tIns="45720" rIns="91440" bIns="45720" rtlCol="0" anchor="b">
            <a:norm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l">
              <a:lnSpc>
                <a:spcPct val="90000"/>
              </a:lnSpc>
            </a:pPr>
            <a:endParaRPr lang="en-US" sz="2800" dirty="0"/>
          </a:p>
        </p:txBody>
      </p:sp>
      <p:sp>
        <p:nvSpPr>
          <p:cNvPr id="6" name="Rectangle 1">
            <a:extLst>
              <a:ext uri="{FF2B5EF4-FFF2-40B4-BE49-F238E27FC236}">
                <a16:creationId xmlns:a16="http://schemas.microsoft.com/office/drawing/2014/main" id="{DE4F8DDE-9ECD-510A-34CA-DEFF7678EFC0}"/>
              </a:ext>
            </a:extLst>
          </p:cNvPr>
          <p:cNvSpPr>
            <a:spLocks noChangeArrowheads="1"/>
          </p:cNvSpPr>
          <p:nvPr/>
        </p:nvSpPr>
        <p:spPr bwMode="auto">
          <a:xfrm>
            <a:off x="486857" y="2150855"/>
            <a:ext cx="7439025" cy="32316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1" i="0" u="none" strike="noStrike" cap="none" normalizeH="0" baseline="0" dirty="0">
                <a:ln>
                  <a:noFill/>
                </a:ln>
                <a:solidFill>
                  <a:schemeClr val="tx1"/>
                </a:solidFill>
                <a:effectLst/>
                <a:latin typeface="Arial" panose="020B0604020202020204" pitchFamily="34" charset="0"/>
              </a:rPr>
              <a:t>Real-Time Trustworthy AI Architecture</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chemeClr val="tx1"/>
                </a:solidFill>
                <a:effectLst/>
                <a:latin typeface="Arial" panose="020B0604020202020204" pitchFamily="34"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chemeClr val="tx1"/>
                </a:solidFill>
                <a:effectLst/>
                <a:latin typeface="Arial" panose="020B0604020202020204" pitchFamily="34" charset="0"/>
              </a:rPr>
              <a:t>This diagram presents an enterprise-grade artificial intelligence architecture designed around privacy-preserving, governance-aware, audit-ready, and workflow-integrated system principles.</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chemeClr val="tx1"/>
                </a:solidFill>
                <a:effectLst/>
                <a:latin typeface="Arial" panose="020B0604020202020204" pitchFamily="34" charset="0"/>
              </a:rPr>
              <a:t>The architecture shows how event and data sources move through secure ingestion, privacy controls, governance orchestration, inference and retrieval, and enterprise workflow execution. It also includes consumers and systems such as analysts, enterprise applications, APIs, integrations, dashboards, and reports.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2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chemeClr val="tx1"/>
                </a:solidFill>
                <a:effectLst/>
                <a:latin typeface="Arial" panose="020B0604020202020204" pitchFamily="34" charset="0"/>
              </a:rPr>
              <a:t>The foundation layer includes audit and observability, model lifecycle and risk management, governance and oversight, and platform infrastructure. These controls support traceability, policy enforcement, model monitoring, risk review, regulatory reporting, network security, zero trust, backup, disaster recovery, and resilience.</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2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chemeClr val="tx1"/>
                </a:solidFill>
                <a:effectLst/>
                <a:latin typeface="Arial" panose="020B0604020202020204" pitchFamily="34" charset="0"/>
              </a:rPr>
              <a:t>The design principles include least-privilege by default, policy gates before inference, explainability by construction, privacy by design, end-to-end auditability, and human-in-the-loop controls for high-risk artificial intelligence workflows.</a:t>
            </a:r>
          </a:p>
        </p:txBody>
      </p:sp>
      <p:sp>
        <p:nvSpPr>
          <p:cNvPr id="7" name="AutoShape 2" descr="Real-Time Trustworthy AI Architecture">
            <a:extLst>
              <a:ext uri="{FF2B5EF4-FFF2-40B4-BE49-F238E27FC236}">
                <a16:creationId xmlns:a16="http://schemas.microsoft.com/office/drawing/2014/main" id="{00FD9610-1540-DE89-23C0-9E6A42A0BA03}"/>
              </a:ext>
            </a:extLst>
          </p:cNvPr>
          <p:cNvSpPr>
            <a:spLocks noChangeAspect="1" noChangeArrowheads="1"/>
          </p:cNvSpPr>
          <p:nvPr/>
        </p:nvSpPr>
        <p:spPr bwMode="auto">
          <a:xfrm>
            <a:off x="41275" y="-7620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24331381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7D09EC25-6B71-97DF-F9D9-424FF43670AE}"/>
            </a:ext>
          </a:extLst>
        </p:cNvPr>
        <p:cNvGrpSpPr/>
        <p:nvPr/>
      </p:nvGrpSpPr>
      <p:grpSpPr>
        <a:xfrm>
          <a:off x="0" y="0"/>
          <a:ext cx="0" cy="0"/>
          <a:chOff x="0" y="0"/>
          <a:chExt cx="0" cy="0"/>
        </a:xfrm>
      </p:grpSpPr>
      <p:sp useBgFill="1">
        <p:nvSpPr>
          <p:cNvPr id="34" name="Rectangle 33">
            <a:extLst>
              <a:ext uri="{FF2B5EF4-FFF2-40B4-BE49-F238E27FC236}">
                <a16:creationId xmlns:a16="http://schemas.microsoft.com/office/drawing/2014/main" id="{AEA4E7BB-DE3E-4D65-6222-49C91A3DD15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35" name="Arc 34">
            <a:extLst>
              <a:ext uri="{FF2B5EF4-FFF2-40B4-BE49-F238E27FC236}">
                <a16:creationId xmlns:a16="http://schemas.microsoft.com/office/drawing/2014/main" id="{3E5DD8D4-19B4-EB9E-AD1A-FA3FA4087D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6269068">
            <a:off x="6164896" y="3712762"/>
            <a:ext cx="2987899" cy="2240924"/>
          </a:xfrm>
          <a:prstGeom prst="arc">
            <a:avLst>
              <a:gd name="adj1" fmla="val 14441841"/>
              <a:gd name="adj2" fmla="val 0"/>
            </a:avLst>
          </a:prstGeom>
          <a:ln w="127000" cap="rnd">
            <a:solidFill>
              <a:schemeClr val="accent4"/>
            </a:solidFill>
            <a:prstDash val="dash"/>
            <a:miter lim="800000"/>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4" name="Footer Placeholder 3">
            <a:extLst>
              <a:ext uri="{FF2B5EF4-FFF2-40B4-BE49-F238E27FC236}">
                <a16:creationId xmlns:a16="http://schemas.microsoft.com/office/drawing/2014/main" id="{9BC1A655-4CFC-C968-9F28-51100A4AF676}"/>
              </a:ext>
            </a:extLst>
          </p:cNvPr>
          <p:cNvSpPr>
            <a:spLocks noGrp="1"/>
          </p:cNvSpPr>
          <p:nvPr>
            <p:ph type="ftr" sz="quarter" idx="11"/>
          </p:nvPr>
        </p:nvSpPr>
        <p:spPr>
          <a:xfrm>
            <a:off x="3028950" y="6356350"/>
            <a:ext cx="3086100" cy="365125"/>
          </a:xfrm>
        </p:spPr>
        <p:txBody>
          <a:bodyPr>
            <a:normAutofit/>
          </a:bodyPr>
          <a:lstStyle/>
          <a:p>
            <a:pPr>
              <a:spcAft>
                <a:spcPts val="600"/>
              </a:spcAft>
            </a:pPr>
            <a:r>
              <a:rPr lang="en-US"/>
              <a:t>Copy @ Sasibhushan Rao Chanthati</a:t>
            </a:r>
          </a:p>
        </p:txBody>
      </p:sp>
      <p:pic>
        <p:nvPicPr>
          <p:cNvPr id="12" name="Picture 11">
            <a:extLst>
              <a:ext uri="{FF2B5EF4-FFF2-40B4-BE49-F238E27FC236}">
                <a16:creationId xmlns:a16="http://schemas.microsoft.com/office/drawing/2014/main" id="{7876AAD4-57E3-F951-148C-A20170E2F1D9}"/>
              </a:ext>
            </a:extLst>
          </p:cNvPr>
          <p:cNvPicPr>
            <a:picLocks noChangeAspect="1"/>
          </p:cNvPicPr>
          <p:nvPr/>
        </p:nvPicPr>
        <p:blipFill>
          <a:blip r:embed="rId3"/>
          <a:stretch>
            <a:fillRect/>
          </a:stretch>
        </p:blipFill>
        <p:spPr>
          <a:xfrm>
            <a:off x="486858" y="0"/>
            <a:ext cx="7439025" cy="1388927"/>
          </a:xfrm>
          <a:prstGeom prst="rect">
            <a:avLst/>
          </a:prstGeom>
        </p:spPr>
      </p:pic>
      <p:sp>
        <p:nvSpPr>
          <p:cNvPr id="3" name="Title 1">
            <a:extLst>
              <a:ext uri="{FF2B5EF4-FFF2-40B4-BE49-F238E27FC236}">
                <a16:creationId xmlns:a16="http://schemas.microsoft.com/office/drawing/2014/main" id="{11821F7F-F69E-2651-49C7-95F854AED095}"/>
              </a:ext>
            </a:extLst>
          </p:cNvPr>
          <p:cNvSpPr txBox="1">
            <a:spLocks/>
          </p:cNvSpPr>
          <p:nvPr/>
        </p:nvSpPr>
        <p:spPr>
          <a:xfrm>
            <a:off x="127591" y="1388927"/>
            <a:ext cx="7644809" cy="4830898"/>
          </a:xfrm>
          <a:prstGeom prst="rect">
            <a:avLst/>
          </a:prstGeom>
        </p:spPr>
        <p:txBody>
          <a:bodyPr vert="horz" lIns="91440" tIns="45720" rIns="91440" bIns="45720" rtlCol="0" anchor="b">
            <a:norm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l">
              <a:lnSpc>
                <a:spcPct val="90000"/>
              </a:lnSpc>
            </a:pPr>
            <a:endParaRPr lang="en-US" sz="2800" dirty="0"/>
          </a:p>
        </p:txBody>
      </p:sp>
      <p:sp>
        <p:nvSpPr>
          <p:cNvPr id="7" name="AutoShape 2" descr="Real-Time Trustworthy AI Architecture">
            <a:extLst>
              <a:ext uri="{FF2B5EF4-FFF2-40B4-BE49-F238E27FC236}">
                <a16:creationId xmlns:a16="http://schemas.microsoft.com/office/drawing/2014/main" id="{B5F96BDC-599A-F71F-A183-44F2AC20F7F2}"/>
              </a:ext>
            </a:extLst>
          </p:cNvPr>
          <p:cNvSpPr>
            <a:spLocks noChangeAspect="1" noChangeArrowheads="1"/>
          </p:cNvSpPr>
          <p:nvPr/>
        </p:nvSpPr>
        <p:spPr bwMode="auto">
          <a:xfrm>
            <a:off x="41275" y="-7620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 name="Rectangle 1">
            <a:extLst>
              <a:ext uri="{FF2B5EF4-FFF2-40B4-BE49-F238E27FC236}">
                <a16:creationId xmlns:a16="http://schemas.microsoft.com/office/drawing/2014/main" id="{9282D0BD-99E4-4F42-9C2C-5F3D5E8F4577}"/>
              </a:ext>
            </a:extLst>
          </p:cNvPr>
          <p:cNvSpPr>
            <a:spLocks noChangeArrowheads="1"/>
          </p:cNvSpPr>
          <p:nvPr/>
        </p:nvSpPr>
        <p:spPr bwMode="auto">
          <a:xfrm>
            <a:off x="193675" y="1723751"/>
            <a:ext cx="6355981" cy="23083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Arial" panose="020B0604020202020204" pitchFamily="34" charset="0"/>
              </a:rPr>
              <a:t>Enterprise Trustworthy AI – Technical Architecture</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Arial" panose="020B0604020202020204" pitchFamily="34" charset="0"/>
              </a:rPr>
              <a:t>Trust-by-Design </a:t>
            </a: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Arial" panose="020B0604020202020204" pitchFamily="34" charset="0"/>
              </a:rPr>
              <a:t>• Privacy-Preserving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Arial" panose="020B0604020202020204" pitchFamily="34" charset="0"/>
              </a:rPr>
              <a:t>• Governance-Aware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Arial" panose="020B0604020202020204" pitchFamily="34" charset="0"/>
              </a:rPr>
              <a:t>• Audit-Ready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Arial" panose="020B0604020202020204" pitchFamily="34" charset="0"/>
              </a:rPr>
              <a:t>• Resilient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Arial" panose="020B0604020202020204" pitchFamily="34" charset="0"/>
              </a:rPr>
              <a:t>• Accountable</a:t>
            </a:r>
          </a:p>
        </p:txBody>
      </p:sp>
    </p:spTree>
    <p:extLst>
      <p:ext uri="{BB962C8B-B14F-4D97-AF65-F5344CB8AC3E}">
        <p14:creationId xmlns:p14="http://schemas.microsoft.com/office/powerpoint/2010/main" val="408049106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EA0C7838-605E-3E14-6111-78085419EF05}"/>
            </a:ext>
          </a:extLst>
        </p:cNvPr>
        <p:cNvGrpSpPr/>
        <p:nvPr/>
      </p:nvGrpSpPr>
      <p:grpSpPr>
        <a:xfrm>
          <a:off x="0" y="0"/>
          <a:ext cx="0" cy="0"/>
          <a:chOff x="0" y="0"/>
          <a:chExt cx="0" cy="0"/>
        </a:xfrm>
      </p:grpSpPr>
      <p:sp useBgFill="1">
        <p:nvSpPr>
          <p:cNvPr id="34" name="Rectangle 33">
            <a:extLst>
              <a:ext uri="{FF2B5EF4-FFF2-40B4-BE49-F238E27FC236}">
                <a16:creationId xmlns:a16="http://schemas.microsoft.com/office/drawing/2014/main" id="{720B1411-E327-C836-697D-BF53FFF023A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35" name="Arc 34">
            <a:extLst>
              <a:ext uri="{FF2B5EF4-FFF2-40B4-BE49-F238E27FC236}">
                <a16:creationId xmlns:a16="http://schemas.microsoft.com/office/drawing/2014/main" id="{76AF6187-189F-B333-6245-D60AFF277DB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6269068">
            <a:off x="6164896" y="3712762"/>
            <a:ext cx="2987899" cy="2240924"/>
          </a:xfrm>
          <a:prstGeom prst="arc">
            <a:avLst>
              <a:gd name="adj1" fmla="val 14441841"/>
              <a:gd name="adj2" fmla="val 0"/>
            </a:avLst>
          </a:prstGeom>
          <a:ln w="127000" cap="rnd">
            <a:solidFill>
              <a:schemeClr val="accent4"/>
            </a:solidFill>
            <a:prstDash val="dash"/>
            <a:miter lim="800000"/>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4" name="Footer Placeholder 3">
            <a:extLst>
              <a:ext uri="{FF2B5EF4-FFF2-40B4-BE49-F238E27FC236}">
                <a16:creationId xmlns:a16="http://schemas.microsoft.com/office/drawing/2014/main" id="{EBA116B6-7E63-1F53-A09B-23E467FEFF10}"/>
              </a:ext>
            </a:extLst>
          </p:cNvPr>
          <p:cNvSpPr>
            <a:spLocks noGrp="1"/>
          </p:cNvSpPr>
          <p:nvPr>
            <p:ph type="ftr" sz="quarter" idx="11"/>
          </p:nvPr>
        </p:nvSpPr>
        <p:spPr>
          <a:xfrm>
            <a:off x="3028950" y="6356350"/>
            <a:ext cx="3086100" cy="365125"/>
          </a:xfrm>
        </p:spPr>
        <p:txBody>
          <a:bodyPr>
            <a:normAutofit/>
          </a:bodyPr>
          <a:lstStyle/>
          <a:p>
            <a:pPr>
              <a:spcAft>
                <a:spcPts val="600"/>
              </a:spcAft>
            </a:pPr>
            <a:r>
              <a:rPr lang="en-US"/>
              <a:t>Copy @ Sasibhushan Rao Chanthati</a:t>
            </a:r>
          </a:p>
        </p:txBody>
      </p:sp>
      <p:pic>
        <p:nvPicPr>
          <p:cNvPr id="12" name="Picture 11">
            <a:extLst>
              <a:ext uri="{FF2B5EF4-FFF2-40B4-BE49-F238E27FC236}">
                <a16:creationId xmlns:a16="http://schemas.microsoft.com/office/drawing/2014/main" id="{F033ED20-371B-B27F-BA87-C3A9F8B6159C}"/>
              </a:ext>
            </a:extLst>
          </p:cNvPr>
          <p:cNvPicPr>
            <a:picLocks noChangeAspect="1"/>
          </p:cNvPicPr>
          <p:nvPr/>
        </p:nvPicPr>
        <p:blipFill>
          <a:blip r:embed="rId3"/>
          <a:stretch>
            <a:fillRect/>
          </a:stretch>
        </p:blipFill>
        <p:spPr>
          <a:xfrm>
            <a:off x="486858" y="0"/>
            <a:ext cx="7439025" cy="1388927"/>
          </a:xfrm>
          <a:prstGeom prst="rect">
            <a:avLst/>
          </a:prstGeom>
        </p:spPr>
      </p:pic>
      <p:sp>
        <p:nvSpPr>
          <p:cNvPr id="3" name="Title 1">
            <a:extLst>
              <a:ext uri="{FF2B5EF4-FFF2-40B4-BE49-F238E27FC236}">
                <a16:creationId xmlns:a16="http://schemas.microsoft.com/office/drawing/2014/main" id="{DD1385E5-F012-F67C-F5B4-1459623CCDE2}"/>
              </a:ext>
            </a:extLst>
          </p:cNvPr>
          <p:cNvSpPr txBox="1">
            <a:spLocks/>
          </p:cNvSpPr>
          <p:nvPr/>
        </p:nvSpPr>
        <p:spPr>
          <a:xfrm>
            <a:off x="127591" y="1388927"/>
            <a:ext cx="7644809" cy="4830898"/>
          </a:xfrm>
          <a:prstGeom prst="rect">
            <a:avLst/>
          </a:prstGeom>
        </p:spPr>
        <p:txBody>
          <a:bodyPr vert="horz" lIns="91440" tIns="45720" rIns="91440" bIns="45720" rtlCol="0" anchor="b">
            <a:norm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l">
              <a:lnSpc>
                <a:spcPct val="90000"/>
              </a:lnSpc>
            </a:pPr>
            <a:endParaRPr lang="en-US" sz="2800" dirty="0"/>
          </a:p>
        </p:txBody>
      </p:sp>
      <p:sp>
        <p:nvSpPr>
          <p:cNvPr id="7" name="AutoShape 2" descr="Real-Time Trustworthy AI Architecture">
            <a:extLst>
              <a:ext uri="{FF2B5EF4-FFF2-40B4-BE49-F238E27FC236}">
                <a16:creationId xmlns:a16="http://schemas.microsoft.com/office/drawing/2014/main" id="{47369EB2-5837-710B-02B2-E75F3487B434}"/>
              </a:ext>
            </a:extLst>
          </p:cNvPr>
          <p:cNvSpPr>
            <a:spLocks noChangeAspect="1" noChangeArrowheads="1"/>
          </p:cNvSpPr>
          <p:nvPr/>
        </p:nvSpPr>
        <p:spPr bwMode="auto">
          <a:xfrm>
            <a:off x="41275" y="-7620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5" name="Picture 4">
            <a:extLst>
              <a:ext uri="{FF2B5EF4-FFF2-40B4-BE49-F238E27FC236}">
                <a16:creationId xmlns:a16="http://schemas.microsoft.com/office/drawing/2014/main" id="{9CDD7F18-9C1A-B775-A2A8-E7B8C1AF4BDD}"/>
              </a:ext>
            </a:extLst>
          </p:cNvPr>
          <p:cNvPicPr>
            <a:picLocks noChangeAspect="1"/>
          </p:cNvPicPr>
          <p:nvPr/>
        </p:nvPicPr>
        <p:blipFill>
          <a:blip r:embed="rId4"/>
          <a:stretch>
            <a:fillRect/>
          </a:stretch>
        </p:blipFill>
        <p:spPr>
          <a:xfrm>
            <a:off x="682366" y="1530737"/>
            <a:ext cx="6654099" cy="4498546"/>
          </a:xfrm>
          <a:prstGeom prst="rect">
            <a:avLst/>
          </a:prstGeom>
        </p:spPr>
      </p:pic>
    </p:spTree>
    <p:extLst>
      <p:ext uri="{BB962C8B-B14F-4D97-AF65-F5344CB8AC3E}">
        <p14:creationId xmlns:p14="http://schemas.microsoft.com/office/powerpoint/2010/main" val="394818695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1BC0790E-094B-5CC7-487D-9973DE9A0B7A}"/>
            </a:ext>
          </a:extLst>
        </p:cNvPr>
        <p:cNvGrpSpPr/>
        <p:nvPr/>
      </p:nvGrpSpPr>
      <p:grpSpPr>
        <a:xfrm>
          <a:off x="0" y="0"/>
          <a:ext cx="0" cy="0"/>
          <a:chOff x="0" y="0"/>
          <a:chExt cx="0" cy="0"/>
        </a:xfrm>
      </p:grpSpPr>
      <p:sp useBgFill="1">
        <p:nvSpPr>
          <p:cNvPr id="34" name="Rectangle 33">
            <a:extLst>
              <a:ext uri="{FF2B5EF4-FFF2-40B4-BE49-F238E27FC236}">
                <a16:creationId xmlns:a16="http://schemas.microsoft.com/office/drawing/2014/main" id="{1C182AE8-B4D3-5ED7-D35D-B37BC349A5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35" name="Arc 34">
            <a:extLst>
              <a:ext uri="{FF2B5EF4-FFF2-40B4-BE49-F238E27FC236}">
                <a16:creationId xmlns:a16="http://schemas.microsoft.com/office/drawing/2014/main" id="{CF01E179-D2E2-B843-1EEA-47D9715C14A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6269068">
            <a:off x="6164896" y="3712762"/>
            <a:ext cx="2987899" cy="2240924"/>
          </a:xfrm>
          <a:prstGeom prst="arc">
            <a:avLst>
              <a:gd name="adj1" fmla="val 14441841"/>
              <a:gd name="adj2" fmla="val 0"/>
            </a:avLst>
          </a:prstGeom>
          <a:ln w="127000" cap="rnd">
            <a:solidFill>
              <a:schemeClr val="accent4"/>
            </a:solidFill>
            <a:prstDash val="dash"/>
            <a:miter lim="800000"/>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4" name="Footer Placeholder 3">
            <a:extLst>
              <a:ext uri="{FF2B5EF4-FFF2-40B4-BE49-F238E27FC236}">
                <a16:creationId xmlns:a16="http://schemas.microsoft.com/office/drawing/2014/main" id="{C7615CC8-1B3F-0F04-FBE6-6532BB7C2608}"/>
              </a:ext>
            </a:extLst>
          </p:cNvPr>
          <p:cNvSpPr>
            <a:spLocks noGrp="1"/>
          </p:cNvSpPr>
          <p:nvPr>
            <p:ph type="ftr" sz="quarter" idx="11"/>
          </p:nvPr>
        </p:nvSpPr>
        <p:spPr>
          <a:xfrm>
            <a:off x="3028950" y="6356350"/>
            <a:ext cx="3086100" cy="365125"/>
          </a:xfrm>
        </p:spPr>
        <p:txBody>
          <a:bodyPr>
            <a:normAutofit/>
          </a:bodyPr>
          <a:lstStyle/>
          <a:p>
            <a:pPr>
              <a:spcAft>
                <a:spcPts val="600"/>
              </a:spcAft>
            </a:pPr>
            <a:r>
              <a:rPr lang="en-US"/>
              <a:t>Copy @ Sasibhushan Rao Chanthati</a:t>
            </a:r>
          </a:p>
        </p:txBody>
      </p:sp>
      <p:pic>
        <p:nvPicPr>
          <p:cNvPr id="12" name="Picture 11">
            <a:extLst>
              <a:ext uri="{FF2B5EF4-FFF2-40B4-BE49-F238E27FC236}">
                <a16:creationId xmlns:a16="http://schemas.microsoft.com/office/drawing/2014/main" id="{E65D09D7-33CE-05D2-F501-F81C9CDE017D}"/>
              </a:ext>
            </a:extLst>
          </p:cNvPr>
          <p:cNvPicPr>
            <a:picLocks noChangeAspect="1"/>
          </p:cNvPicPr>
          <p:nvPr/>
        </p:nvPicPr>
        <p:blipFill>
          <a:blip r:embed="rId3"/>
          <a:stretch>
            <a:fillRect/>
          </a:stretch>
        </p:blipFill>
        <p:spPr>
          <a:xfrm>
            <a:off x="486858" y="0"/>
            <a:ext cx="7439025" cy="1388927"/>
          </a:xfrm>
          <a:prstGeom prst="rect">
            <a:avLst/>
          </a:prstGeom>
        </p:spPr>
      </p:pic>
      <p:sp>
        <p:nvSpPr>
          <p:cNvPr id="3" name="Title 1">
            <a:extLst>
              <a:ext uri="{FF2B5EF4-FFF2-40B4-BE49-F238E27FC236}">
                <a16:creationId xmlns:a16="http://schemas.microsoft.com/office/drawing/2014/main" id="{9C751FF2-0F1B-A5DF-04E0-0DC943C80182}"/>
              </a:ext>
            </a:extLst>
          </p:cNvPr>
          <p:cNvSpPr txBox="1">
            <a:spLocks/>
          </p:cNvSpPr>
          <p:nvPr/>
        </p:nvSpPr>
        <p:spPr>
          <a:xfrm>
            <a:off x="127591" y="1388927"/>
            <a:ext cx="7644809" cy="4830898"/>
          </a:xfrm>
          <a:prstGeom prst="rect">
            <a:avLst/>
          </a:prstGeom>
        </p:spPr>
        <p:txBody>
          <a:bodyPr vert="horz" lIns="91440" tIns="45720" rIns="91440" bIns="45720" rtlCol="0" anchor="b">
            <a:norm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l">
              <a:lnSpc>
                <a:spcPct val="90000"/>
              </a:lnSpc>
            </a:pPr>
            <a:endParaRPr lang="en-US" sz="2800" dirty="0"/>
          </a:p>
        </p:txBody>
      </p:sp>
      <p:sp>
        <p:nvSpPr>
          <p:cNvPr id="7" name="AutoShape 2" descr="Real-Time Trustworthy AI Architecture">
            <a:extLst>
              <a:ext uri="{FF2B5EF4-FFF2-40B4-BE49-F238E27FC236}">
                <a16:creationId xmlns:a16="http://schemas.microsoft.com/office/drawing/2014/main" id="{7C69E890-7E0A-5843-B3AD-89BD1F8BA911}"/>
              </a:ext>
            </a:extLst>
          </p:cNvPr>
          <p:cNvSpPr>
            <a:spLocks noChangeAspect="1" noChangeArrowheads="1"/>
          </p:cNvSpPr>
          <p:nvPr/>
        </p:nvSpPr>
        <p:spPr bwMode="auto">
          <a:xfrm>
            <a:off x="41275" y="-7620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 name="Rectangle 1">
            <a:extLst>
              <a:ext uri="{FF2B5EF4-FFF2-40B4-BE49-F238E27FC236}">
                <a16:creationId xmlns:a16="http://schemas.microsoft.com/office/drawing/2014/main" id="{6131AE00-AF04-BEEF-C575-F9B79464C96F}"/>
              </a:ext>
            </a:extLst>
          </p:cNvPr>
          <p:cNvSpPr>
            <a:spLocks noChangeArrowheads="1"/>
          </p:cNvSpPr>
          <p:nvPr/>
        </p:nvSpPr>
        <p:spPr bwMode="auto">
          <a:xfrm>
            <a:off x="572878" y="2014923"/>
            <a:ext cx="7644808" cy="37856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chemeClr val="tx1"/>
                </a:solidFill>
                <a:effectLst/>
                <a:latin typeface="Arial" panose="020B0604020202020204" pitchFamily="34" charset="0"/>
              </a:rPr>
              <a:t>This architecture presents a trust-by-design artificial intelligence framework</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chemeClr val="tx1"/>
                </a:solidFill>
                <a:effectLst/>
                <a:latin typeface="Arial" panose="020B0604020202020204" pitchFamily="34" charset="0"/>
              </a:rPr>
              <a:t>integrating privacy-preserving data pipelines, governance-aware orchestration,</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chemeClr val="tx1"/>
                </a:solidFill>
                <a:effectLst/>
                <a:latin typeface="Arial" panose="020B0604020202020204" pitchFamily="34" charset="0"/>
              </a:rPr>
              <a:t>controlled knowledge retrieval, Retrieval-Augmented Generation (RAG),</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chemeClr val="tx1"/>
                </a:solidFill>
                <a:effectLst/>
                <a:latin typeface="Arial" panose="020B0604020202020204" pitchFamily="34" charset="0"/>
              </a:rPr>
              <a:t>intelligent decisioning, enterprise workflow execution,</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chemeClr val="tx1"/>
                </a:solidFill>
                <a:effectLst/>
                <a:latin typeface="Arial" panose="020B0604020202020204" pitchFamily="34" charset="0"/>
              </a:rPr>
              <a:t> and continuous operational oversight.</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6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1" i="0" u="none" strike="noStrike" cap="none" normalizeH="0" baseline="0" dirty="0">
                <a:ln>
                  <a:noFill/>
                </a:ln>
                <a:solidFill>
                  <a:schemeClr val="tx1"/>
                </a:solidFill>
                <a:effectLst/>
                <a:latin typeface="Arial" panose="020B0604020202020204" pitchFamily="34" charset="0"/>
              </a:rPr>
              <a:t>Key Components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6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chemeClr val="tx1"/>
                </a:solidFill>
                <a:effectLst/>
                <a:latin typeface="Arial" panose="020B0604020202020204" pitchFamily="34" charset="0"/>
              </a:rPr>
              <a:t>• Privacy-Preserving Data Pipelines</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chemeClr val="tx1"/>
                </a:solidFill>
                <a:effectLst/>
                <a:latin typeface="Arial" panose="020B0604020202020204" pitchFamily="34" charset="0"/>
              </a:rPr>
              <a:t>• Governance-Aware Orchestration</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chemeClr val="tx1"/>
                </a:solidFill>
                <a:effectLst/>
                <a:latin typeface="Arial" panose="020B0604020202020204" pitchFamily="34" charset="0"/>
              </a:rPr>
              <a:t>• Controlled Knowledge Retrieval</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chemeClr val="tx1"/>
                </a:solidFill>
                <a:effectLst/>
                <a:latin typeface="Arial" panose="020B0604020202020204" pitchFamily="34" charset="0"/>
              </a:rPr>
              <a:t>• Retrieval-Augmented Generation (RAG)</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chemeClr val="tx1"/>
                </a:solidFill>
                <a:effectLst/>
                <a:latin typeface="Arial" panose="020B0604020202020204" pitchFamily="34" charset="0"/>
              </a:rPr>
              <a:t>• Intelligent Decisioning</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chemeClr val="tx1"/>
                </a:solidFill>
                <a:effectLst/>
                <a:latin typeface="Arial" panose="020B0604020202020204" pitchFamily="34" charset="0"/>
              </a:rPr>
              <a:t>• Enterprise Workflow Integration</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chemeClr val="tx1"/>
                </a:solidFill>
                <a:effectLst/>
                <a:latin typeface="Arial" panose="020B0604020202020204" pitchFamily="34" charset="0"/>
              </a:rPr>
              <a:t>• Audit and Accountability Controls</a:t>
            </a:r>
          </a:p>
        </p:txBody>
      </p:sp>
    </p:spTree>
    <p:extLst>
      <p:ext uri="{BB962C8B-B14F-4D97-AF65-F5344CB8AC3E}">
        <p14:creationId xmlns:p14="http://schemas.microsoft.com/office/powerpoint/2010/main" val="103602012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88064137-D73A-A3AA-87CA-315A82C48479}"/>
            </a:ext>
          </a:extLst>
        </p:cNvPr>
        <p:cNvGrpSpPr/>
        <p:nvPr/>
      </p:nvGrpSpPr>
      <p:grpSpPr>
        <a:xfrm>
          <a:off x="0" y="0"/>
          <a:ext cx="0" cy="0"/>
          <a:chOff x="0" y="0"/>
          <a:chExt cx="0" cy="0"/>
        </a:xfrm>
      </p:grpSpPr>
      <p:sp useBgFill="1">
        <p:nvSpPr>
          <p:cNvPr id="34" name="Rectangle 33">
            <a:extLst>
              <a:ext uri="{FF2B5EF4-FFF2-40B4-BE49-F238E27FC236}">
                <a16:creationId xmlns:a16="http://schemas.microsoft.com/office/drawing/2014/main" id="{87D48B1D-EF23-E623-21E6-4793F1021CA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35" name="Arc 34">
            <a:extLst>
              <a:ext uri="{FF2B5EF4-FFF2-40B4-BE49-F238E27FC236}">
                <a16:creationId xmlns:a16="http://schemas.microsoft.com/office/drawing/2014/main" id="{CC767B68-5B9F-8361-F652-4A1D90E947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6269068">
            <a:off x="6164896" y="3712762"/>
            <a:ext cx="2987899" cy="2240924"/>
          </a:xfrm>
          <a:prstGeom prst="arc">
            <a:avLst>
              <a:gd name="adj1" fmla="val 14441841"/>
              <a:gd name="adj2" fmla="val 0"/>
            </a:avLst>
          </a:prstGeom>
          <a:ln w="127000" cap="rnd">
            <a:solidFill>
              <a:schemeClr val="accent4"/>
            </a:solidFill>
            <a:prstDash val="dash"/>
            <a:miter lim="800000"/>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4" name="Footer Placeholder 3">
            <a:extLst>
              <a:ext uri="{FF2B5EF4-FFF2-40B4-BE49-F238E27FC236}">
                <a16:creationId xmlns:a16="http://schemas.microsoft.com/office/drawing/2014/main" id="{08D60B5C-F8C7-749B-BEA8-DC6195100E20}"/>
              </a:ext>
            </a:extLst>
          </p:cNvPr>
          <p:cNvSpPr>
            <a:spLocks noGrp="1"/>
          </p:cNvSpPr>
          <p:nvPr>
            <p:ph type="ftr" sz="quarter" idx="11"/>
          </p:nvPr>
        </p:nvSpPr>
        <p:spPr>
          <a:xfrm>
            <a:off x="3028950" y="6356350"/>
            <a:ext cx="3086100" cy="365125"/>
          </a:xfrm>
        </p:spPr>
        <p:txBody>
          <a:bodyPr>
            <a:normAutofit/>
          </a:bodyPr>
          <a:lstStyle/>
          <a:p>
            <a:pPr>
              <a:spcAft>
                <a:spcPts val="600"/>
              </a:spcAft>
            </a:pPr>
            <a:r>
              <a:rPr lang="en-US"/>
              <a:t>Copy @ Sasibhushan Rao Chanthati</a:t>
            </a:r>
          </a:p>
        </p:txBody>
      </p:sp>
      <p:pic>
        <p:nvPicPr>
          <p:cNvPr id="12" name="Picture 11">
            <a:extLst>
              <a:ext uri="{FF2B5EF4-FFF2-40B4-BE49-F238E27FC236}">
                <a16:creationId xmlns:a16="http://schemas.microsoft.com/office/drawing/2014/main" id="{8C374959-6A5D-DA85-769D-40E4F0B20792}"/>
              </a:ext>
            </a:extLst>
          </p:cNvPr>
          <p:cNvPicPr>
            <a:picLocks noChangeAspect="1"/>
          </p:cNvPicPr>
          <p:nvPr/>
        </p:nvPicPr>
        <p:blipFill>
          <a:blip r:embed="rId3"/>
          <a:stretch>
            <a:fillRect/>
          </a:stretch>
        </p:blipFill>
        <p:spPr>
          <a:xfrm>
            <a:off x="486858" y="0"/>
            <a:ext cx="7439025" cy="1388927"/>
          </a:xfrm>
          <a:prstGeom prst="rect">
            <a:avLst/>
          </a:prstGeom>
        </p:spPr>
      </p:pic>
      <p:sp>
        <p:nvSpPr>
          <p:cNvPr id="3" name="Title 1">
            <a:extLst>
              <a:ext uri="{FF2B5EF4-FFF2-40B4-BE49-F238E27FC236}">
                <a16:creationId xmlns:a16="http://schemas.microsoft.com/office/drawing/2014/main" id="{2D153434-5591-9615-63C1-AEEF9C7C9E8D}"/>
              </a:ext>
            </a:extLst>
          </p:cNvPr>
          <p:cNvSpPr txBox="1">
            <a:spLocks/>
          </p:cNvSpPr>
          <p:nvPr/>
        </p:nvSpPr>
        <p:spPr>
          <a:xfrm>
            <a:off x="127591" y="1388927"/>
            <a:ext cx="7644809" cy="4830898"/>
          </a:xfrm>
          <a:prstGeom prst="rect">
            <a:avLst/>
          </a:prstGeom>
        </p:spPr>
        <p:txBody>
          <a:bodyPr vert="horz" lIns="91440" tIns="45720" rIns="91440" bIns="45720" rtlCol="0" anchor="b">
            <a:norm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l">
              <a:lnSpc>
                <a:spcPct val="90000"/>
              </a:lnSpc>
            </a:pPr>
            <a:endParaRPr lang="en-US" sz="2800" dirty="0"/>
          </a:p>
        </p:txBody>
      </p:sp>
      <p:sp>
        <p:nvSpPr>
          <p:cNvPr id="7" name="AutoShape 2" descr="Real-Time Trustworthy AI Architecture">
            <a:extLst>
              <a:ext uri="{FF2B5EF4-FFF2-40B4-BE49-F238E27FC236}">
                <a16:creationId xmlns:a16="http://schemas.microsoft.com/office/drawing/2014/main" id="{6EC46E74-CB45-E5FF-F675-8AE1AFF19A5E}"/>
              </a:ext>
            </a:extLst>
          </p:cNvPr>
          <p:cNvSpPr>
            <a:spLocks noChangeAspect="1" noChangeArrowheads="1"/>
          </p:cNvSpPr>
          <p:nvPr/>
        </p:nvSpPr>
        <p:spPr bwMode="auto">
          <a:xfrm>
            <a:off x="41275" y="-7620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 name="Rectangle 1">
            <a:extLst>
              <a:ext uri="{FF2B5EF4-FFF2-40B4-BE49-F238E27FC236}">
                <a16:creationId xmlns:a16="http://schemas.microsoft.com/office/drawing/2014/main" id="{3D837DE6-2800-7B90-796D-25DC510CC681}"/>
              </a:ext>
            </a:extLst>
          </p:cNvPr>
          <p:cNvSpPr>
            <a:spLocks noChangeArrowheads="1"/>
          </p:cNvSpPr>
          <p:nvPr/>
        </p:nvSpPr>
        <p:spPr bwMode="auto">
          <a:xfrm>
            <a:off x="1063255" y="1988660"/>
            <a:ext cx="6145619" cy="37856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1" i="0" u="none" strike="noStrike" cap="none" normalizeH="0" baseline="0" dirty="0">
                <a:ln>
                  <a:noFill/>
                </a:ln>
                <a:solidFill>
                  <a:schemeClr val="tx1"/>
                </a:solidFill>
                <a:effectLst/>
                <a:latin typeface="Arial" panose="020B0604020202020204" pitchFamily="34" charset="0"/>
              </a:rPr>
              <a:t>Technical Focus Areas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2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AutoNum type="arabicPeriod"/>
              <a:tabLst/>
            </a:pPr>
            <a:r>
              <a:rPr kumimoji="0" lang="en-US" altLang="en-US" sz="1200" b="0" i="0" u="none" strike="noStrike" cap="none" normalizeH="0" baseline="0" dirty="0">
                <a:ln>
                  <a:noFill/>
                </a:ln>
                <a:solidFill>
                  <a:schemeClr val="tx1"/>
                </a:solidFill>
                <a:effectLst/>
                <a:latin typeface="Arial" panose="020B0604020202020204" pitchFamily="34" charset="0"/>
              </a:rPr>
              <a:t>Trust-by-design artificial intelligence architecture and intelligent system design principles.</a:t>
            </a:r>
          </a:p>
          <a:p>
            <a:pPr marL="0" marR="0" lvl="0" indent="0" algn="l" defTabSz="914400" rtl="0" eaLnBrk="0" fontAlgn="base" latinLnBrk="0" hangingPunct="0">
              <a:lnSpc>
                <a:spcPct val="100000"/>
              </a:lnSpc>
              <a:spcBef>
                <a:spcPct val="0"/>
              </a:spcBef>
              <a:spcAft>
                <a:spcPct val="0"/>
              </a:spcAft>
              <a:buClrTx/>
              <a:buSzTx/>
              <a:buFontTx/>
              <a:buAutoNum type="arabicPeriod"/>
              <a:tabLst/>
            </a:pPr>
            <a:endParaRPr kumimoji="0" lang="en-US" altLang="en-US" sz="12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AutoNum type="arabicPeriod" startAt="2"/>
              <a:tabLst/>
            </a:pPr>
            <a:r>
              <a:rPr kumimoji="0" lang="en-US" altLang="en-US" sz="1200" b="0" i="0" u="none" strike="noStrike" cap="none" normalizeH="0" baseline="0" dirty="0">
                <a:ln>
                  <a:noFill/>
                </a:ln>
                <a:solidFill>
                  <a:schemeClr val="tx1"/>
                </a:solidFill>
                <a:effectLst/>
                <a:latin typeface="Arial" panose="020B0604020202020204" pitchFamily="34" charset="0"/>
              </a:rPr>
              <a:t>Privacy-preserving data pipelines, governance-aware orchestration frameworks, and policy-embedded decision infrastructures.</a:t>
            </a:r>
          </a:p>
          <a:p>
            <a:pPr marL="0" marR="0" lvl="0" indent="0" algn="l" defTabSz="914400" rtl="0" eaLnBrk="0" fontAlgn="base" latinLnBrk="0" hangingPunct="0">
              <a:lnSpc>
                <a:spcPct val="100000"/>
              </a:lnSpc>
              <a:spcBef>
                <a:spcPct val="0"/>
              </a:spcBef>
              <a:spcAft>
                <a:spcPct val="0"/>
              </a:spcAft>
              <a:buClrTx/>
              <a:buSzTx/>
              <a:buFontTx/>
              <a:buAutoNum type="arabicPeriod" startAt="2"/>
              <a:tabLst/>
            </a:pPr>
            <a:endParaRPr kumimoji="0" lang="en-US" altLang="en-US" sz="12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AutoNum type="arabicPeriod" startAt="3"/>
              <a:tabLst/>
            </a:pPr>
            <a:r>
              <a:rPr kumimoji="0" lang="en-US" altLang="en-US" sz="1200" b="0" i="0" u="none" strike="noStrike" cap="none" normalizeH="0" baseline="0" dirty="0">
                <a:ln>
                  <a:noFill/>
                </a:ln>
                <a:solidFill>
                  <a:schemeClr val="tx1"/>
                </a:solidFill>
                <a:effectLst/>
                <a:latin typeface="Arial" panose="020B0604020202020204" pitchFamily="34" charset="0"/>
              </a:rPr>
              <a:t>Controlled knowledge retrieval mechanisms and Retrieval-Augmented Generation (RAG) architectures.</a:t>
            </a:r>
          </a:p>
          <a:p>
            <a:pPr marL="0" marR="0" lvl="0" indent="0" algn="l" defTabSz="914400" rtl="0" eaLnBrk="0" fontAlgn="base" latinLnBrk="0" hangingPunct="0">
              <a:lnSpc>
                <a:spcPct val="100000"/>
              </a:lnSpc>
              <a:spcBef>
                <a:spcPct val="0"/>
              </a:spcBef>
              <a:spcAft>
                <a:spcPct val="0"/>
              </a:spcAft>
              <a:buClrTx/>
              <a:buSzTx/>
              <a:buFontTx/>
              <a:buAutoNum type="arabicPeriod" startAt="3"/>
              <a:tabLst/>
            </a:pPr>
            <a:endParaRPr kumimoji="0" lang="en-US" altLang="en-US" sz="12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AutoNum type="arabicPeriod" startAt="5"/>
              <a:tabLst/>
            </a:pPr>
            <a:r>
              <a:rPr kumimoji="0" lang="en-US" altLang="en-US" sz="1200" b="0" i="0" u="none" strike="noStrike" cap="none" normalizeH="0" baseline="0" dirty="0">
                <a:ln>
                  <a:noFill/>
                </a:ln>
                <a:solidFill>
                  <a:schemeClr val="tx1"/>
                </a:solidFill>
                <a:effectLst/>
                <a:latin typeface="Arial" panose="020B0604020202020204" pitchFamily="34" charset="0"/>
              </a:rPr>
              <a:t>Enterprise artificial intelligence architecture integrating governance, security, compliance, and operational oversight controls.</a:t>
            </a:r>
          </a:p>
          <a:p>
            <a:pPr marL="0" marR="0" lvl="0" indent="0" algn="l" defTabSz="914400" rtl="0" eaLnBrk="0" fontAlgn="base" latinLnBrk="0" hangingPunct="0">
              <a:lnSpc>
                <a:spcPct val="100000"/>
              </a:lnSpc>
              <a:spcBef>
                <a:spcPct val="0"/>
              </a:spcBef>
              <a:spcAft>
                <a:spcPct val="0"/>
              </a:spcAft>
              <a:buClrTx/>
              <a:buSzTx/>
              <a:buFontTx/>
              <a:buAutoNum type="arabicPeriod" startAt="5"/>
              <a:tabLst/>
            </a:pPr>
            <a:endParaRPr kumimoji="0" lang="en-US" altLang="en-US" sz="12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AutoNum type="arabicPeriod" startAt="6"/>
              <a:tabLst/>
            </a:pPr>
            <a:r>
              <a:rPr kumimoji="0" lang="en-US" altLang="en-US" sz="1200" b="0" i="0" u="none" strike="noStrike" cap="none" normalizeH="0" baseline="0" dirty="0">
                <a:ln>
                  <a:noFill/>
                </a:ln>
                <a:solidFill>
                  <a:schemeClr val="tx1"/>
                </a:solidFill>
                <a:effectLst/>
                <a:latin typeface="Arial" panose="020B0604020202020204" pitchFamily="34" charset="0"/>
              </a:rPr>
              <a:t>System-level design approaches for resilient, accountable, and trustworthy artificial intelligence environments.</a:t>
            </a:r>
          </a:p>
          <a:p>
            <a:pPr marL="0" marR="0" lvl="0" indent="0" algn="l" defTabSz="914400" rtl="0" eaLnBrk="0" fontAlgn="base" latinLnBrk="0" hangingPunct="0">
              <a:lnSpc>
                <a:spcPct val="100000"/>
              </a:lnSpc>
              <a:spcBef>
                <a:spcPct val="0"/>
              </a:spcBef>
              <a:spcAft>
                <a:spcPct val="0"/>
              </a:spcAft>
              <a:buClrTx/>
              <a:buSzTx/>
              <a:buFontTx/>
              <a:buAutoNum type="arabicPeriod" startAt="6"/>
              <a:tabLst/>
            </a:pPr>
            <a:endParaRPr kumimoji="0" lang="en-US" altLang="en-US" sz="12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AutoNum type="arabicPeriod" startAt="4"/>
              <a:tabLst/>
            </a:pPr>
            <a:r>
              <a:rPr kumimoji="0" lang="en-US" altLang="en-US" sz="1200" b="0" i="0" u="none" strike="noStrike" cap="none" normalizeH="0" baseline="0" dirty="0">
                <a:ln>
                  <a:noFill/>
                </a:ln>
                <a:solidFill>
                  <a:schemeClr val="tx1"/>
                </a:solidFill>
                <a:effectLst/>
                <a:latin typeface="Arial" panose="020B0604020202020204" pitchFamily="34" charset="0"/>
              </a:rPr>
              <a:t>Audit-ready model lifecycle management, traceability controls, and architectural accountability mechanisms.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2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58069099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0DF96510-F6D6-E24F-E35D-5BE418AB7A7A}"/>
            </a:ext>
          </a:extLst>
        </p:cNvPr>
        <p:cNvGrpSpPr/>
        <p:nvPr/>
      </p:nvGrpSpPr>
      <p:grpSpPr>
        <a:xfrm>
          <a:off x="0" y="0"/>
          <a:ext cx="0" cy="0"/>
          <a:chOff x="0" y="0"/>
          <a:chExt cx="0" cy="0"/>
        </a:xfrm>
      </p:grpSpPr>
      <p:sp useBgFill="1">
        <p:nvSpPr>
          <p:cNvPr id="34" name="Rectangle 33">
            <a:extLst>
              <a:ext uri="{FF2B5EF4-FFF2-40B4-BE49-F238E27FC236}">
                <a16:creationId xmlns:a16="http://schemas.microsoft.com/office/drawing/2014/main" id="{44B55991-C02E-6A2D-2F47-32C691CE62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35" name="Arc 34">
            <a:extLst>
              <a:ext uri="{FF2B5EF4-FFF2-40B4-BE49-F238E27FC236}">
                <a16:creationId xmlns:a16="http://schemas.microsoft.com/office/drawing/2014/main" id="{CD28BA5D-9140-905C-5D58-09280E8AB8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6269068">
            <a:off x="6164896" y="3712762"/>
            <a:ext cx="2987899" cy="2240924"/>
          </a:xfrm>
          <a:prstGeom prst="arc">
            <a:avLst>
              <a:gd name="adj1" fmla="val 14441841"/>
              <a:gd name="adj2" fmla="val 0"/>
            </a:avLst>
          </a:prstGeom>
          <a:ln w="127000" cap="rnd">
            <a:solidFill>
              <a:schemeClr val="accent4"/>
            </a:solidFill>
            <a:prstDash val="dash"/>
            <a:miter lim="800000"/>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4" name="Footer Placeholder 3">
            <a:extLst>
              <a:ext uri="{FF2B5EF4-FFF2-40B4-BE49-F238E27FC236}">
                <a16:creationId xmlns:a16="http://schemas.microsoft.com/office/drawing/2014/main" id="{A0234F18-37F8-629A-62A0-CE8C8FD5F6F0}"/>
              </a:ext>
            </a:extLst>
          </p:cNvPr>
          <p:cNvSpPr>
            <a:spLocks noGrp="1"/>
          </p:cNvSpPr>
          <p:nvPr>
            <p:ph type="ftr" sz="quarter" idx="11"/>
          </p:nvPr>
        </p:nvSpPr>
        <p:spPr>
          <a:xfrm>
            <a:off x="3028950" y="6356350"/>
            <a:ext cx="3086100" cy="365125"/>
          </a:xfrm>
        </p:spPr>
        <p:txBody>
          <a:bodyPr>
            <a:normAutofit/>
          </a:bodyPr>
          <a:lstStyle/>
          <a:p>
            <a:pPr>
              <a:spcAft>
                <a:spcPts val="600"/>
              </a:spcAft>
            </a:pPr>
            <a:r>
              <a:rPr lang="en-US"/>
              <a:t>Copy @ Sasibhushan Rao Chanthati</a:t>
            </a:r>
          </a:p>
        </p:txBody>
      </p:sp>
      <p:pic>
        <p:nvPicPr>
          <p:cNvPr id="12" name="Picture 11">
            <a:extLst>
              <a:ext uri="{FF2B5EF4-FFF2-40B4-BE49-F238E27FC236}">
                <a16:creationId xmlns:a16="http://schemas.microsoft.com/office/drawing/2014/main" id="{195EFB74-2236-4EE1-4090-0C3367A21AEB}"/>
              </a:ext>
            </a:extLst>
          </p:cNvPr>
          <p:cNvPicPr>
            <a:picLocks noChangeAspect="1"/>
          </p:cNvPicPr>
          <p:nvPr/>
        </p:nvPicPr>
        <p:blipFill>
          <a:blip r:embed="rId3"/>
          <a:stretch>
            <a:fillRect/>
          </a:stretch>
        </p:blipFill>
        <p:spPr>
          <a:xfrm>
            <a:off x="1148317" y="48575"/>
            <a:ext cx="6315740" cy="1179200"/>
          </a:xfrm>
          <a:prstGeom prst="rect">
            <a:avLst/>
          </a:prstGeom>
        </p:spPr>
      </p:pic>
      <p:sp>
        <p:nvSpPr>
          <p:cNvPr id="3" name="Title 1">
            <a:extLst>
              <a:ext uri="{FF2B5EF4-FFF2-40B4-BE49-F238E27FC236}">
                <a16:creationId xmlns:a16="http://schemas.microsoft.com/office/drawing/2014/main" id="{1F38719A-F280-1A44-4DD3-C1C9458C00D3}"/>
              </a:ext>
            </a:extLst>
          </p:cNvPr>
          <p:cNvSpPr txBox="1">
            <a:spLocks/>
          </p:cNvSpPr>
          <p:nvPr/>
        </p:nvSpPr>
        <p:spPr>
          <a:xfrm>
            <a:off x="127591" y="1388927"/>
            <a:ext cx="7644809" cy="4830898"/>
          </a:xfrm>
          <a:prstGeom prst="rect">
            <a:avLst/>
          </a:prstGeom>
        </p:spPr>
        <p:txBody>
          <a:bodyPr vert="horz" lIns="91440" tIns="45720" rIns="91440" bIns="45720" rtlCol="0" anchor="b">
            <a:norm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l">
              <a:lnSpc>
                <a:spcPct val="90000"/>
              </a:lnSpc>
            </a:pPr>
            <a:endParaRPr lang="en-US" sz="2800" dirty="0"/>
          </a:p>
        </p:txBody>
      </p:sp>
      <p:sp>
        <p:nvSpPr>
          <p:cNvPr id="7" name="AutoShape 2" descr="Real-Time Trustworthy AI Architecture">
            <a:extLst>
              <a:ext uri="{FF2B5EF4-FFF2-40B4-BE49-F238E27FC236}">
                <a16:creationId xmlns:a16="http://schemas.microsoft.com/office/drawing/2014/main" id="{3D01E874-339C-B0F2-96B4-49489B4FA857}"/>
              </a:ext>
            </a:extLst>
          </p:cNvPr>
          <p:cNvSpPr>
            <a:spLocks noChangeAspect="1" noChangeArrowheads="1"/>
          </p:cNvSpPr>
          <p:nvPr/>
        </p:nvSpPr>
        <p:spPr bwMode="auto">
          <a:xfrm>
            <a:off x="41275" y="-7620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2" name="Picture 1">
            <a:extLst>
              <a:ext uri="{FF2B5EF4-FFF2-40B4-BE49-F238E27FC236}">
                <a16:creationId xmlns:a16="http://schemas.microsoft.com/office/drawing/2014/main" id="{5E173B5C-A145-77B6-7A87-AE2AE203B5EB}"/>
              </a:ext>
            </a:extLst>
          </p:cNvPr>
          <p:cNvPicPr>
            <a:picLocks noChangeAspect="1"/>
          </p:cNvPicPr>
          <p:nvPr/>
        </p:nvPicPr>
        <p:blipFill>
          <a:blip r:embed="rId4"/>
          <a:stretch>
            <a:fillRect/>
          </a:stretch>
        </p:blipFill>
        <p:spPr>
          <a:xfrm>
            <a:off x="193676" y="2546379"/>
            <a:ext cx="3300002" cy="1120264"/>
          </a:xfrm>
          <a:prstGeom prst="rect">
            <a:avLst/>
          </a:prstGeom>
        </p:spPr>
      </p:pic>
      <p:pic>
        <p:nvPicPr>
          <p:cNvPr id="5" name="Picture 4">
            <a:extLst>
              <a:ext uri="{FF2B5EF4-FFF2-40B4-BE49-F238E27FC236}">
                <a16:creationId xmlns:a16="http://schemas.microsoft.com/office/drawing/2014/main" id="{648BACC4-ED6F-E6EB-A514-88F05A1E6D8D}"/>
              </a:ext>
            </a:extLst>
          </p:cNvPr>
          <p:cNvPicPr>
            <a:picLocks noChangeAspect="1"/>
          </p:cNvPicPr>
          <p:nvPr/>
        </p:nvPicPr>
        <p:blipFill>
          <a:blip r:embed="rId5"/>
          <a:stretch>
            <a:fillRect/>
          </a:stretch>
        </p:blipFill>
        <p:spPr>
          <a:xfrm>
            <a:off x="3801020" y="1406844"/>
            <a:ext cx="3801259" cy="4526749"/>
          </a:xfrm>
          <a:prstGeom prst="rect">
            <a:avLst/>
          </a:prstGeom>
        </p:spPr>
      </p:pic>
    </p:spTree>
    <p:extLst>
      <p:ext uri="{BB962C8B-B14F-4D97-AF65-F5344CB8AC3E}">
        <p14:creationId xmlns:p14="http://schemas.microsoft.com/office/powerpoint/2010/main" val="5889013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C448D5A8-EB7A-325B-D8E0-873A701A2BB4}"/>
            </a:ext>
          </a:extLst>
        </p:cNvPr>
        <p:cNvGrpSpPr/>
        <p:nvPr/>
      </p:nvGrpSpPr>
      <p:grpSpPr>
        <a:xfrm>
          <a:off x="0" y="0"/>
          <a:ext cx="0" cy="0"/>
          <a:chOff x="0" y="0"/>
          <a:chExt cx="0" cy="0"/>
        </a:xfrm>
      </p:grpSpPr>
      <p:sp useBgFill="1">
        <p:nvSpPr>
          <p:cNvPr id="34" name="Rectangle 33">
            <a:extLst>
              <a:ext uri="{FF2B5EF4-FFF2-40B4-BE49-F238E27FC236}">
                <a16:creationId xmlns:a16="http://schemas.microsoft.com/office/drawing/2014/main" id="{1768F6E4-92E5-13EA-E4FE-ED112D69459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35" name="Arc 34">
            <a:extLst>
              <a:ext uri="{FF2B5EF4-FFF2-40B4-BE49-F238E27FC236}">
                <a16:creationId xmlns:a16="http://schemas.microsoft.com/office/drawing/2014/main" id="{5C42EE6E-7230-B65A-76CF-B9BFD4EA51D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6269068">
            <a:off x="6164896" y="3712762"/>
            <a:ext cx="2987899" cy="2240924"/>
          </a:xfrm>
          <a:prstGeom prst="arc">
            <a:avLst>
              <a:gd name="adj1" fmla="val 14441841"/>
              <a:gd name="adj2" fmla="val 0"/>
            </a:avLst>
          </a:prstGeom>
          <a:ln w="127000" cap="rnd">
            <a:solidFill>
              <a:schemeClr val="accent4"/>
            </a:solidFill>
            <a:prstDash val="dash"/>
            <a:miter lim="800000"/>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4" name="Footer Placeholder 3">
            <a:extLst>
              <a:ext uri="{FF2B5EF4-FFF2-40B4-BE49-F238E27FC236}">
                <a16:creationId xmlns:a16="http://schemas.microsoft.com/office/drawing/2014/main" id="{128737BD-3239-D096-EFD8-37729DBBE57E}"/>
              </a:ext>
            </a:extLst>
          </p:cNvPr>
          <p:cNvSpPr>
            <a:spLocks noGrp="1"/>
          </p:cNvSpPr>
          <p:nvPr>
            <p:ph type="ftr" sz="quarter" idx="11"/>
          </p:nvPr>
        </p:nvSpPr>
        <p:spPr>
          <a:xfrm>
            <a:off x="3028950" y="6356350"/>
            <a:ext cx="3086100" cy="365125"/>
          </a:xfrm>
        </p:spPr>
        <p:txBody>
          <a:bodyPr>
            <a:normAutofit/>
          </a:bodyPr>
          <a:lstStyle/>
          <a:p>
            <a:pPr>
              <a:spcAft>
                <a:spcPts val="600"/>
              </a:spcAft>
            </a:pPr>
            <a:r>
              <a:rPr lang="en-US"/>
              <a:t>Copy @ Sasibhushan Rao Chanthati</a:t>
            </a:r>
          </a:p>
        </p:txBody>
      </p:sp>
      <p:pic>
        <p:nvPicPr>
          <p:cNvPr id="12" name="Picture 11">
            <a:extLst>
              <a:ext uri="{FF2B5EF4-FFF2-40B4-BE49-F238E27FC236}">
                <a16:creationId xmlns:a16="http://schemas.microsoft.com/office/drawing/2014/main" id="{FA3366D5-A6E2-0315-ADA0-E2E5331AF386}"/>
              </a:ext>
            </a:extLst>
          </p:cNvPr>
          <p:cNvPicPr>
            <a:picLocks noChangeAspect="1"/>
          </p:cNvPicPr>
          <p:nvPr/>
        </p:nvPicPr>
        <p:blipFill>
          <a:blip r:embed="rId3"/>
          <a:stretch>
            <a:fillRect/>
          </a:stretch>
        </p:blipFill>
        <p:spPr>
          <a:xfrm>
            <a:off x="882507" y="1"/>
            <a:ext cx="6028660" cy="1125600"/>
          </a:xfrm>
          <a:prstGeom prst="rect">
            <a:avLst/>
          </a:prstGeom>
        </p:spPr>
      </p:pic>
      <p:sp>
        <p:nvSpPr>
          <p:cNvPr id="3" name="Title 1">
            <a:extLst>
              <a:ext uri="{FF2B5EF4-FFF2-40B4-BE49-F238E27FC236}">
                <a16:creationId xmlns:a16="http://schemas.microsoft.com/office/drawing/2014/main" id="{AD676D96-0A90-CAB8-91CF-BF78BE17C950}"/>
              </a:ext>
            </a:extLst>
          </p:cNvPr>
          <p:cNvSpPr txBox="1">
            <a:spLocks/>
          </p:cNvSpPr>
          <p:nvPr/>
        </p:nvSpPr>
        <p:spPr>
          <a:xfrm>
            <a:off x="127591" y="1388927"/>
            <a:ext cx="7644809" cy="4830898"/>
          </a:xfrm>
          <a:prstGeom prst="rect">
            <a:avLst/>
          </a:prstGeom>
        </p:spPr>
        <p:txBody>
          <a:bodyPr vert="horz" lIns="91440" tIns="45720" rIns="91440" bIns="45720" rtlCol="0" anchor="b">
            <a:norm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l">
              <a:lnSpc>
                <a:spcPct val="90000"/>
              </a:lnSpc>
            </a:pPr>
            <a:endParaRPr lang="en-US" sz="2800" dirty="0"/>
          </a:p>
        </p:txBody>
      </p:sp>
      <p:sp>
        <p:nvSpPr>
          <p:cNvPr id="7" name="AutoShape 2" descr="Real-Time Trustworthy AI Architecture">
            <a:extLst>
              <a:ext uri="{FF2B5EF4-FFF2-40B4-BE49-F238E27FC236}">
                <a16:creationId xmlns:a16="http://schemas.microsoft.com/office/drawing/2014/main" id="{CB631BAD-40F4-EE1D-5995-544E455083F7}"/>
              </a:ext>
            </a:extLst>
          </p:cNvPr>
          <p:cNvSpPr>
            <a:spLocks noChangeAspect="1" noChangeArrowheads="1"/>
          </p:cNvSpPr>
          <p:nvPr/>
        </p:nvSpPr>
        <p:spPr bwMode="auto">
          <a:xfrm>
            <a:off x="41275" y="-7620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2" name="Picture 1">
            <a:extLst>
              <a:ext uri="{FF2B5EF4-FFF2-40B4-BE49-F238E27FC236}">
                <a16:creationId xmlns:a16="http://schemas.microsoft.com/office/drawing/2014/main" id="{5AA3B588-8D72-7DF8-DF9D-7CF8845069B5}"/>
              </a:ext>
            </a:extLst>
          </p:cNvPr>
          <p:cNvPicPr>
            <a:picLocks noChangeAspect="1"/>
          </p:cNvPicPr>
          <p:nvPr/>
        </p:nvPicPr>
        <p:blipFill>
          <a:blip r:embed="rId4"/>
          <a:stretch>
            <a:fillRect/>
          </a:stretch>
        </p:blipFill>
        <p:spPr>
          <a:xfrm>
            <a:off x="67184" y="1244129"/>
            <a:ext cx="3882811" cy="1116104"/>
          </a:xfrm>
          <a:prstGeom prst="rect">
            <a:avLst/>
          </a:prstGeom>
        </p:spPr>
      </p:pic>
      <p:pic>
        <p:nvPicPr>
          <p:cNvPr id="6" name="Picture 5">
            <a:extLst>
              <a:ext uri="{FF2B5EF4-FFF2-40B4-BE49-F238E27FC236}">
                <a16:creationId xmlns:a16="http://schemas.microsoft.com/office/drawing/2014/main" id="{2625E874-FB40-8331-710B-97F556834704}"/>
              </a:ext>
            </a:extLst>
          </p:cNvPr>
          <p:cNvPicPr>
            <a:picLocks noChangeAspect="1"/>
          </p:cNvPicPr>
          <p:nvPr/>
        </p:nvPicPr>
        <p:blipFill>
          <a:blip r:embed="rId5"/>
          <a:stretch>
            <a:fillRect/>
          </a:stretch>
        </p:blipFill>
        <p:spPr>
          <a:xfrm>
            <a:off x="1" y="2536664"/>
            <a:ext cx="3519379" cy="1270317"/>
          </a:xfrm>
          <a:prstGeom prst="rect">
            <a:avLst/>
          </a:prstGeom>
        </p:spPr>
      </p:pic>
      <p:pic>
        <p:nvPicPr>
          <p:cNvPr id="10" name="Picture 9">
            <a:extLst>
              <a:ext uri="{FF2B5EF4-FFF2-40B4-BE49-F238E27FC236}">
                <a16:creationId xmlns:a16="http://schemas.microsoft.com/office/drawing/2014/main" id="{32B1161E-3F85-99D3-B0DD-11EC766505A4}"/>
              </a:ext>
            </a:extLst>
          </p:cNvPr>
          <p:cNvPicPr>
            <a:picLocks noChangeAspect="1"/>
          </p:cNvPicPr>
          <p:nvPr/>
        </p:nvPicPr>
        <p:blipFill>
          <a:blip r:embed="rId6"/>
          <a:stretch>
            <a:fillRect/>
          </a:stretch>
        </p:blipFill>
        <p:spPr>
          <a:xfrm>
            <a:off x="1" y="3804376"/>
            <a:ext cx="3750042" cy="1259766"/>
          </a:xfrm>
          <a:prstGeom prst="rect">
            <a:avLst/>
          </a:prstGeom>
        </p:spPr>
      </p:pic>
      <p:pic>
        <p:nvPicPr>
          <p:cNvPr id="20" name="Picture 19">
            <a:extLst>
              <a:ext uri="{FF2B5EF4-FFF2-40B4-BE49-F238E27FC236}">
                <a16:creationId xmlns:a16="http://schemas.microsoft.com/office/drawing/2014/main" id="{AF8856E2-2440-55BF-4A40-CB680F7B6764}"/>
              </a:ext>
            </a:extLst>
          </p:cNvPr>
          <p:cNvPicPr>
            <a:picLocks noChangeAspect="1"/>
          </p:cNvPicPr>
          <p:nvPr/>
        </p:nvPicPr>
        <p:blipFill>
          <a:blip r:embed="rId7"/>
          <a:stretch>
            <a:fillRect/>
          </a:stretch>
        </p:blipFill>
        <p:spPr>
          <a:xfrm>
            <a:off x="14026" y="5071430"/>
            <a:ext cx="3882811" cy="1259766"/>
          </a:xfrm>
          <a:prstGeom prst="rect">
            <a:avLst/>
          </a:prstGeom>
        </p:spPr>
      </p:pic>
      <p:pic>
        <p:nvPicPr>
          <p:cNvPr id="8" name="Picture 7">
            <a:extLst>
              <a:ext uri="{FF2B5EF4-FFF2-40B4-BE49-F238E27FC236}">
                <a16:creationId xmlns:a16="http://schemas.microsoft.com/office/drawing/2014/main" id="{E2829663-3AF5-5F3C-B11B-CDD7C78B5B33}"/>
              </a:ext>
            </a:extLst>
          </p:cNvPr>
          <p:cNvPicPr>
            <a:picLocks noChangeAspect="1"/>
          </p:cNvPicPr>
          <p:nvPr/>
        </p:nvPicPr>
        <p:blipFill>
          <a:blip r:embed="rId8"/>
          <a:stretch>
            <a:fillRect/>
          </a:stretch>
        </p:blipFill>
        <p:spPr>
          <a:xfrm>
            <a:off x="4325311" y="1277556"/>
            <a:ext cx="3750043" cy="986406"/>
          </a:xfrm>
          <a:prstGeom prst="rect">
            <a:avLst/>
          </a:prstGeom>
        </p:spPr>
      </p:pic>
      <p:pic>
        <p:nvPicPr>
          <p:cNvPr id="9" name="Picture 8">
            <a:extLst>
              <a:ext uri="{FF2B5EF4-FFF2-40B4-BE49-F238E27FC236}">
                <a16:creationId xmlns:a16="http://schemas.microsoft.com/office/drawing/2014/main" id="{BD56339B-893D-2CDA-C85A-71635E48BE7C}"/>
              </a:ext>
            </a:extLst>
          </p:cNvPr>
          <p:cNvPicPr>
            <a:picLocks noChangeAspect="1"/>
          </p:cNvPicPr>
          <p:nvPr/>
        </p:nvPicPr>
        <p:blipFill>
          <a:blip r:embed="rId9"/>
          <a:stretch>
            <a:fillRect/>
          </a:stretch>
        </p:blipFill>
        <p:spPr>
          <a:xfrm>
            <a:off x="4298668" y="2263962"/>
            <a:ext cx="3750043" cy="3794325"/>
          </a:xfrm>
          <a:prstGeom prst="rect">
            <a:avLst/>
          </a:prstGeom>
        </p:spPr>
      </p:pic>
    </p:spTree>
    <p:extLst>
      <p:ext uri="{BB962C8B-B14F-4D97-AF65-F5344CB8AC3E}">
        <p14:creationId xmlns:p14="http://schemas.microsoft.com/office/powerpoint/2010/main" val="46394153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095F1FFE-001C-2095-C6A7-C05776C53796}"/>
            </a:ext>
          </a:extLst>
        </p:cNvPr>
        <p:cNvGrpSpPr/>
        <p:nvPr/>
      </p:nvGrpSpPr>
      <p:grpSpPr>
        <a:xfrm>
          <a:off x="0" y="0"/>
          <a:ext cx="0" cy="0"/>
          <a:chOff x="0" y="0"/>
          <a:chExt cx="0" cy="0"/>
        </a:xfrm>
      </p:grpSpPr>
      <p:sp useBgFill="1">
        <p:nvSpPr>
          <p:cNvPr id="34" name="Rectangle 33">
            <a:extLst>
              <a:ext uri="{FF2B5EF4-FFF2-40B4-BE49-F238E27FC236}">
                <a16:creationId xmlns:a16="http://schemas.microsoft.com/office/drawing/2014/main" id="{F9EF1E13-564C-32A6-0434-1D2B6E492D3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35" name="Arc 34">
            <a:extLst>
              <a:ext uri="{FF2B5EF4-FFF2-40B4-BE49-F238E27FC236}">
                <a16:creationId xmlns:a16="http://schemas.microsoft.com/office/drawing/2014/main" id="{00E33D13-79EB-93B4-FA1D-CA6A51945D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6269068">
            <a:off x="6164896" y="3712762"/>
            <a:ext cx="2987899" cy="2240924"/>
          </a:xfrm>
          <a:prstGeom prst="arc">
            <a:avLst>
              <a:gd name="adj1" fmla="val 14441841"/>
              <a:gd name="adj2" fmla="val 0"/>
            </a:avLst>
          </a:prstGeom>
          <a:ln w="127000" cap="rnd">
            <a:solidFill>
              <a:schemeClr val="accent4"/>
            </a:solidFill>
            <a:prstDash val="dash"/>
            <a:miter lim="800000"/>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4" name="Footer Placeholder 3">
            <a:extLst>
              <a:ext uri="{FF2B5EF4-FFF2-40B4-BE49-F238E27FC236}">
                <a16:creationId xmlns:a16="http://schemas.microsoft.com/office/drawing/2014/main" id="{D4FACEB8-6E12-D865-EE4F-61E8861C0CCC}"/>
              </a:ext>
            </a:extLst>
          </p:cNvPr>
          <p:cNvSpPr>
            <a:spLocks noGrp="1"/>
          </p:cNvSpPr>
          <p:nvPr>
            <p:ph type="ftr" sz="quarter" idx="11"/>
          </p:nvPr>
        </p:nvSpPr>
        <p:spPr>
          <a:xfrm>
            <a:off x="3028950" y="6356350"/>
            <a:ext cx="3086100" cy="365125"/>
          </a:xfrm>
        </p:spPr>
        <p:txBody>
          <a:bodyPr>
            <a:normAutofit/>
          </a:bodyPr>
          <a:lstStyle/>
          <a:p>
            <a:pPr>
              <a:spcAft>
                <a:spcPts val="600"/>
              </a:spcAft>
            </a:pPr>
            <a:r>
              <a:rPr lang="en-US"/>
              <a:t>Copy @ Sasibhushan Rao Chanthati</a:t>
            </a:r>
          </a:p>
        </p:txBody>
      </p:sp>
      <p:pic>
        <p:nvPicPr>
          <p:cNvPr id="12" name="Picture 11">
            <a:extLst>
              <a:ext uri="{FF2B5EF4-FFF2-40B4-BE49-F238E27FC236}">
                <a16:creationId xmlns:a16="http://schemas.microsoft.com/office/drawing/2014/main" id="{F34467ED-0EC2-67A7-EA7E-7F297B50DE7E}"/>
              </a:ext>
            </a:extLst>
          </p:cNvPr>
          <p:cNvPicPr>
            <a:picLocks noChangeAspect="1"/>
          </p:cNvPicPr>
          <p:nvPr/>
        </p:nvPicPr>
        <p:blipFill>
          <a:blip r:embed="rId3"/>
          <a:stretch>
            <a:fillRect/>
          </a:stretch>
        </p:blipFill>
        <p:spPr>
          <a:xfrm>
            <a:off x="882507" y="1"/>
            <a:ext cx="6028660" cy="1125600"/>
          </a:xfrm>
          <a:prstGeom prst="rect">
            <a:avLst/>
          </a:prstGeom>
        </p:spPr>
      </p:pic>
      <p:sp>
        <p:nvSpPr>
          <p:cNvPr id="3" name="Title 1">
            <a:extLst>
              <a:ext uri="{FF2B5EF4-FFF2-40B4-BE49-F238E27FC236}">
                <a16:creationId xmlns:a16="http://schemas.microsoft.com/office/drawing/2014/main" id="{9E5B6023-BAA2-3983-6358-D3DAEF6CB609}"/>
              </a:ext>
            </a:extLst>
          </p:cNvPr>
          <p:cNvSpPr txBox="1">
            <a:spLocks/>
          </p:cNvSpPr>
          <p:nvPr/>
        </p:nvSpPr>
        <p:spPr>
          <a:xfrm>
            <a:off x="127591" y="1388927"/>
            <a:ext cx="7644809" cy="4830898"/>
          </a:xfrm>
          <a:prstGeom prst="rect">
            <a:avLst/>
          </a:prstGeom>
        </p:spPr>
        <p:txBody>
          <a:bodyPr vert="horz" lIns="91440" tIns="45720" rIns="91440" bIns="45720" rtlCol="0" anchor="b">
            <a:norm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l">
              <a:lnSpc>
                <a:spcPct val="90000"/>
              </a:lnSpc>
            </a:pPr>
            <a:endParaRPr lang="en-US" sz="2800" dirty="0"/>
          </a:p>
        </p:txBody>
      </p:sp>
      <p:sp>
        <p:nvSpPr>
          <p:cNvPr id="7" name="AutoShape 2" descr="Real-Time Trustworthy AI Architecture">
            <a:extLst>
              <a:ext uri="{FF2B5EF4-FFF2-40B4-BE49-F238E27FC236}">
                <a16:creationId xmlns:a16="http://schemas.microsoft.com/office/drawing/2014/main" id="{97A1F5AF-2A50-5A78-08C5-DB86384924B0}"/>
              </a:ext>
            </a:extLst>
          </p:cNvPr>
          <p:cNvSpPr>
            <a:spLocks noChangeAspect="1" noChangeArrowheads="1"/>
          </p:cNvSpPr>
          <p:nvPr/>
        </p:nvSpPr>
        <p:spPr bwMode="auto">
          <a:xfrm>
            <a:off x="41275" y="-7620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5" name="Picture 4">
            <a:extLst>
              <a:ext uri="{FF2B5EF4-FFF2-40B4-BE49-F238E27FC236}">
                <a16:creationId xmlns:a16="http://schemas.microsoft.com/office/drawing/2014/main" id="{9EC46AB1-AB2A-93B4-E006-2D18ABCBB718}"/>
              </a:ext>
            </a:extLst>
          </p:cNvPr>
          <p:cNvPicPr>
            <a:picLocks noChangeAspect="1"/>
          </p:cNvPicPr>
          <p:nvPr/>
        </p:nvPicPr>
        <p:blipFill>
          <a:blip r:embed="rId4"/>
          <a:stretch>
            <a:fillRect/>
          </a:stretch>
        </p:blipFill>
        <p:spPr>
          <a:xfrm>
            <a:off x="162372" y="1252402"/>
            <a:ext cx="4075832" cy="4048125"/>
          </a:xfrm>
          <a:prstGeom prst="rect">
            <a:avLst/>
          </a:prstGeom>
        </p:spPr>
      </p:pic>
      <p:pic>
        <p:nvPicPr>
          <p:cNvPr id="11" name="Picture 10">
            <a:extLst>
              <a:ext uri="{FF2B5EF4-FFF2-40B4-BE49-F238E27FC236}">
                <a16:creationId xmlns:a16="http://schemas.microsoft.com/office/drawing/2014/main" id="{10DFA253-A922-7F20-4D20-4C9B309DA4F5}"/>
              </a:ext>
            </a:extLst>
          </p:cNvPr>
          <p:cNvPicPr>
            <a:picLocks noChangeAspect="1"/>
          </p:cNvPicPr>
          <p:nvPr/>
        </p:nvPicPr>
        <p:blipFill>
          <a:blip r:embed="rId5"/>
          <a:stretch>
            <a:fillRect/>
          </a:stretch>
        </p:blipFill>
        <p:spPr>
          <a:xfrm>
            <a:off x="4688108" y="1198836"/>
            <a:ext cx="3309243" cy="1115981"/>
          </a:xfrm>
          <a:prstGeom prst="rect">
            <a:avLst/>
          </a:prstGeom>
        </p:spPr>
      </p:pic>
      <p:pic>
        <p:nvPicPr>
          <p:cNvPr id="18" name="Picture 17">
            <a:extLst>
              <a:ext uri="{FF2B5EF4-FFF2-40B4-BE49-F238E27FC236}">
                <a16:creationId xmlns:a16="http://schemas.microsoft.com/office/drawing/2014/main" id="{95D56BEC-7988-DBE4-110B-F8347AAD1475}"/>
              </a:ext>
            </a:extLst>
          </p:cNvPr>
          <p:cNvPicPr>
            <a:picLocks noChangeAspect="1"/>
          </p:cNvPicPr>
          <p:nvPr/>
        </p:nvPicPr>
        <p:blipFill>
          <a:blip r:embed="rId6"/>
          <a:stretch>
            <a:fillRect/>
          </a:stretch>
        </p:blipFill>
        <p:spPr>
          <a:xfrm>
            <a:off x="4688109" y="2308602"/>
            <a:ext cx="3309243" cy="2300529"/>
          </a:xfrm>
          <a:prstGeom prst="rect">
            <a:avLst/>
          </a:prstGeom>
        </p:spPr>
      </p:pic>
      <p:pic>
        <p:nvPicPr>
          <p:cNvPr id="22" name="Picture 21">
            <a:extLst>
              <a:ext uri="{FF2B5EF4-FFF2-40B4-BE49-F238E27FC236}">
                <a16:creationId xmlns:a16="http://schemas.microsoft.com/office/drawing/2014/main" id="{A90E0F28-3138-8BA6-45A1-AC4EE0C61A03}"/>
              </a:ext>
            </a:extLst>
          </p:cNvPr>
          <p:cNvPicPr>
            <a:picLocks noChangeAspect="1"/>
          </p:cNvPicPr>
          <p:nvPr/>
        </p:nvPicPr>
        <p:blipFill>
          <a:blip r:embed="rId7"/>
          <a:stretch>
            <a:fillRect/>
          </a:stretch>
        </p:blipFill>
        <p:spPr>
          <a:xfrm>
            <a:off x="4750689" y="4525248"/>
            <a:ext cx="3246663" cy="1432147"/>
          </a:xfrm>
          <a:prstGeom prst="rect">
            <a:avLst/>
          </a:prstGeom>
        </p:spPr>
      </p:pic>
    </p:spTree>
    <p:extLst>
      <p:ext uri="{BB962C8B-B14F-4D97-AF65-F5344CB8AC3E}">
        <p14:creationId xmlns:p14="http://schemas.microsoft.com/office/powerpoint/2010/main" val="47336613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3188D0D1-6635-FBFB-C9D6-7160A5CACF1C}"/>
            </a:ext>
          </a:extLst>
        </p:cNvPr>
        <p:cNvGrpSpPr/>
        <p:nvPr/>
      </p:nvGrpSpPr>
      <p:grpSpPr>
        <a:xfrm>
          <a:off x="0" y="0"/>
          <a:ext cx="0" cy="0"/>
          <a:chOff x="0" y="0"/>
          <a:chExt cx="0" cy="0"/>
        </a:xfrm>
      </p:grpSpPr>
      <p:sp useBgFill="1">
        <p:nvSpPr>
          <p:cNvPr id="34" name="Rectangle 33">
            <a:extLst>
              <a:ext uri="{FF2B5EF4-FFF2-40B4-BE49-F238E27FC236}">
                <a16:creationId xmlns:a16="http://schemas.microsoft.com/office/drawing/2014/main" id="{A4E642D9-654B-2E53-AF1E-D03073D4542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35" name="Arc 34">
            <a:extLst>
              <a:ext uri="{FF2B5EF4-FFF2-40B4-BE49-F238E27FC236}">
                <a16:creationId xmlns:a16="http://schemas.microsoft.com/office/drawing/2014/main" id="{B7AA6954-4499-E4DA-3F26-C7A30530CC4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6269068">
            <a:off x="6164896" y="3712762"/>
            <a:ext cx="2987899" cy="2240924"/>
          </a:xfrm>
          <a:prstGeom prst="arc">
            <a:avLst>
              <a:gd name="adj1" fmla="val 14441841"/>
              <a:gd name="adj2" fmla="val 0"/>
            </a:avLst>
          </a:prstGeom>
          <a:ln w="127000" cap="rnd">
            <a:solidFill>
              <a:schemeClr val="accent4"/>
            </a:solidFill>
            <a:prstDash val="dash"/>
            <a:miter lim="800000"/>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4" name="Footer Placeholder 3">
            <a:extLst>
              <a:ext uri="{FF2B5EF4-FFF2-40B4-BE49-F238E27FC236}">
                <a16:creationId xmlns:a16="http://schemas.microsoft.com/office/drawing/2014/main" id="{A808F7DC-66E7-9F28-5237-F640D711C69E}"/>
              </a:ext>
            </a:extLst>
          </p:cNvPr>
          <p:cNvSpPr>
            <a:spLocks noGrp="1"/>
          </p:cNvSpPr>
          <p:nvPr>
            <p:ph type="ftr" sz="quarter" idx="11"/>
          </p:nvPr>
        </p:nvSpPr>
        <p:spPr>
          <a:xfrm>
            <a:off x="3028950" y="6356350"/>
            <a:ext cx="3086100" cy="365125"/>
          </a:xfrm>
        </p:spPr>
        <p:txBody>
          <a:bodyPr>
            <a:normAutofit/>
          </a:bodyPr>
          <a:lstStyle/>
          <a:p>
            <a:pPr>
              <a:spcAft>
                <a:spcPts val="600"/>
              </a:spcAft>
            </a:pPr>
            <a:r>
              <a:rPr lang="en-US"/>
              <a:t>Copy @ Sasibhushan Rao Chanthati</a:t>
            </a:r>
          </a:p>
        </p:txBody>
      </p:sp>
      <p:pic>
        <p:nvPicPr>
          <p:cNvPr id="12" name="Picture 11">
            <a:extLst>
              <a:ext uri="{FF2B5EF4-FFF2-40B4-BE49-F238E27FC236}">
                <a16:creationId xmlns:a16="http://schemas.microsoft.com/office/drawing/2014/main" id="{2A399FE2-5ADE-9467-C730-CEAFD6174422}"/>
              </a:ext>
            </a:extLst>
          </p:cNvPr>
          <p:cNvPicPr>
            <a:picLocks noChangeAspect="1"/>
          </p:cNvPicPr>
          <p:nvPr/>
        </p:nvPicPr>
        <p:blipFill>
          <a:blip r:embed="rId3"/>
          <a:stretch>
            <a:fillRect/>
          </a:stretch>
        </p:blipFill>
        <p:spPr>
          <a:xfrm>
            <a:off x="3663669" y="5175001"/>
            <a:ext cx="4337893" cy="809920"/>
          </a:xfrm>
          <a:prstGeom prst="rect">
            <a:avLst/>
          </a:prstGeom>
        </p:spPr>
      </p:pic>
      <p:sp>
        <p:nvSpPr>
          <p:cNvPr id="3" name="Title 1">
            <a:extLst>
              <a:ext uri="{FF2B5EF4-FFF2-40B4-BE49-F238E27FC236}">
                <a16:creationId xmlns:a16="http://schemas.microsoft.com/office/drawing/2014/main" id="{429F901C-29E7-9436-ED6D-BDABD3FC7FEF}"/>
              </a:ext>
            </a:extLst>
          </p:cNvPr>
          <p:cNvSpPr txBox="1">
            <a:spLocks/>
          </p:cNvSpPr>
          <p:nvPr/>
        </p:nvSpPr>
        <p:spPr>
          <a:xfrm>
            <a:off x="127591" y="1388927"/>
            <a:ext cx="7644809" cy="4830898"/>
          </a:xfrm>
          <a:prstGeom prst="rect">
            <a:avLst/>
          </a:prstGeom>
        </p:spPr>
        <p:txBody>
          <a:bodyPr vert="horz" lIns="91440" tIns="45720" rIns="91440" bIns="45720" rtlCol="0" anchor="b">
            <a:norm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l">
              <a:lnSpc>
                <a:spcPct val="90000"/>
              </a:lnSpc>
            </a:pPr>
            <a:endParaRPr lang="en-US" sz="2800" dirty="0"/>
          </a:p>
        </p:txBody>
      </p:sp>
      <p:sp>
        <p:nvSpPr>
          <p:cNvPr id="7" name="AutoShape 2" descr="Real-Time Trustworthy AI Architecture">
            <a:extLst>
              <a:ext uri="{FF2B5EF4-FFF2-40B4-BE49-F238E27FC236}">
                <a16:creationId xmlns:a16="http://schemas.microsoft.com/office/drawing/2014/main" id="{0E6CDD67-F177-3E7C-BEEC-67693D90AACB}"/>
              </a:ext>
            </a:extLst>
          </p:cNvPr>
          <p:cNvSpPr>
            <a:spLocks noChangeAspect="1" noChangeArrowheads="1"/>
          </p:cNvSpPr>
          <p:nvPr/>
        </p:nvSpPr>
        <p:spPr bwMode="auto">
          <a:xfrm>
            <a:off x="41275" y="-7620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2" name="Picture 1">
            <a:extLst>
              <a:ext uri="{FF2B5EF4-FFF2-40B4-BE49-F238E27FC236}">
                <a16:creationId xmlns:a16="http://schemas.microsoft.com/office/drawing/2014/main" id="{67A68620-5DA6-2898-A05C-0145B33B363E}"/>
              </a:ext>
            </a:extLst>
          </p:cNvPr>
          <p:cNvPicPr>
            <a:picLocks noChangeAspect="1"/>
          </p:cNvPicPr>
          <p:nvPr/>
        </p:nvPicPr>
        <p:blipFill>
          <a:blip r:embed="rId4"/>
          <a:stretch>
            <a:fillRect/>
          </a:stretch>
        </p:blipFill>
        <p:spPr>
          <a:xfrm>
            <a:off x="752218" y="750753"/>
            <a:ext cx="4739203" cy="501649"/>
          </a:xfrm>
          <a:prstGeom prst="rect">
            <a:avLst/>
          </a:prstGeom>
        </p:spPr>
      </p:pic>
      <p:pic>
        <p:nvPicPr>
          <p:cNvPr id="8" name="Picture 7">
            <a:extLst>
              <a:ext uri="{FF2B5EF4-FFF2-40B4-BE49-F238E27FC236}">
                <a16:creationId xmlns:a16="http://schemas.microsoft.com/office/drawing/2014/main" id="{76579EAB-9D13-EFB7-706E-FD8FAE44D199}"/>
              </a:ext>
            </a:extLst>
          </p:cNvPr>
          <p:cNvPicPr>
            <a:picLocks noChangeAspect="1"/>
          </p:cNvPicPr>
          <p:nvPr/>
        </p:nvPicPr>
        <p:blipFill>
          <a:blip r:embed="rId5"/>
          <a:stretch>
            <a:fillRect/>
          </a:stretch>
        </p:blipFill>
        <p:spPr>
          <a:xfrm>
            <a:off x="801260" y="1426964"/>
            <a:ext cx="4027473" cy="2670850"/>
          </a:xfrm>
          <a:prstGeom prst="rect">
            <a:avLst/>
          </a:prstGeom>
        </p:spPr>
      </p:pic>
      <p:pic>
        <p:nvPicPr>
          <p:cNvPr id="14" name="Picture 13">
            <a:extLst>
              <a:ext uri="{FF2B5EF4-FFF2-40B4-BE49-F238E27FC236}">
                <a16:creationId xmlns:a16="http://schemas.microsoft.com/office/drawing/2014/main" id="{E0CE7154-979C-672D-DF33-429E3DA5D29F}"/>
              </a:ext>
            </a:extLst>
          </p:cNvPr>
          <p:cNvPicPr>
            <a:picLocks noChangeAspect="1"/>
          </p:cNvPicPr>
          <p:nvPr/>
        </p:nvPicPr>
        <p:blipFill>
          <a:blip r:embed="rId6"/>
          <a:stretch>
            <a:fillRect/>
          </a:stretch>
        </p:blipFill>
        <p:spPr>
          <a:xfrm>
            <a:off x="4951681" y="1426964"/>
            <a:ext cx="3737369" cy="2257915"/>
          </a:xfrm>
          <a:prstGeom prst="rect">
            <a:avLst/>
          </a:prstGeom>
        </p:spPr>
      </p:pic>
      <p:pic>
        <p:nvPicPr>
          <p:cNvPr id="23" name="Picture 22">
            <a:extLst>
              <a:ext uri="{FF2B5EF4-FFF2-40B4-BE49-F238E27FC236}">
                <a16:creationId xmlns:a16="http://schemas.microsoft.com/office/drawing/2014/main" id="{7BCE1104-47E6-06AC-86EF-708FF0885318}"/>
              </a:ext>
            </a:extLst>
          </p:cNvPr>
          <p:cNvPicPr>
            <a:picLocks noChangeAspect="1"/>
          </p:cNvPicPr>
          <p:nvPr/>
        </p:nvPicPr>
        <p:blipFill>
          <a:blip r:embed="rId7"/>
          <a:stretch>
            <a:fillRect/>
          </a:stretch>
        </p:blipFill>
        <p:spPr>
          <a:xfrm>
            <a:off x="4920040" y="3918724"/>
            <a:ext cx="3310685" cy="279062"/>
          </a:xfrm>
          <a:prstGeom prst="rect">
            <a:avLst/>
          </a:prstGeom>
        </p:spPr>
      </p:pic>
    </p:spTree>
    <p:extLst>
      <p:ext uri="{BB962C8B-B14F-4D97-AF65-F5344CB8AC3E}">
        <p14:creationId xmlns:p14="http://schemas.microsoft.com/office/powerpoint/2010/main" val="329314432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721C7B41-5943-04D7-C565-C75EE11EB5AF}"/>
            </a:ext>
          </a:extLst>
        </p:cNvPr>
        <p:cNvGrpSpPr/>
        <p:nvPr/>
      </p:nvGrpSpPr>
      <p:grpSpPr>
        <a:xfrm>
          <a:off x="0" y="0"/>
          <a:ext cx="0" cy="0"/>
          <a:chOff x="0" y="0"/>
          <a:chExt cx="0" cy="0"/>
        </a:xfrm>
      </p:grpSpPr>
      <p:sp useBgFill="1">
        <p:nvSpPr>
          <p:cNvPr id="34" name="Rectangle 33">
            <a:extLst>
              <a:ext uri="{FF2B5EF4-FFF2-40B4-BE49-F238E27FC236}">
                <a16:creationId xmlns:a16="http://schemas.microsoft.com/office/drawing/2014/main" id="{A74E24D0-6B03-A61E-1389-709CE790149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35" name="Arc 34">
            <a:extLst>
              <a:ext uri="{FF2B5EF4-FFF2-40B4-BE49-F238E27FC236}">
                <a16:creationId xmlns:a16="http://schemas.microsoft.com/office/drawing/2014/main" id="{7E027E09-8BFB-90EA-5027-880302C5782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6269068">
            <a:off x="6164896" y="3712762"/>
            <a:ext cx="2987899" cy="2240924"/>
          </a:xfrm>
          <a:prstGeom prst="arc">
            <a:avLst>
              <a:gd name="adj1" fmla="val 14441841"/>
              <a:gd name="adj2" fmla="val 0"/>
            </a:avLst>
          </a:prstGeom>
          <a:ln w="127000" cap="rnd">
            <a:solidFill>
              <a:schemeClr val="accent4"/>
            </a:solidFill>
            <a:prstDash val="dash"/>
            <a:miter lim="800000"/>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4" name="Footer Placeholder 3">
            <a:extLst>
              <a:ext uri="{FF2B5EF4-FFF2-40B4-BE49-F238E27FC236}">
                <a16:creationId xmlns:a16="http://schemas.microsoft.com/office/drawing/2014/main" id="{EA44C138-2B08-01C7-83C0-34A6E79A599A}"/>
              </a:ext>
            </a:extLst>
          </p:cNvPr>
          <p:cNvSpPr>
            <a:spLocks noGrp="1"/>
          </p:cNvSpPr>
          <p:nvPr>
            <p:ph type="ftr" sz="quarter" idx="11"/>
          </p:nvPr>
        </p:nvSpPr>
        <p:spPr>
          <a:xfrm>
            <a:off x="3028950" y="6356350"/>
            <a:ext cx="3086100" cy="365125"/>
          </a:xfrm>
        </p:spPr>
        <p:txBody>
          <a:bodyPr>
            <a:normAutofit/>
          </a:bodyPr>
          <a:lstStyle/>
          <a:p>
            <a:pPr>
              <a:spcAft>
                <a:spcPts val="600"/>
              </a:spcAft>
            </a:pPr>
            <a:r>
              <a:rPr lang="en-US"/>
              <a:t>Copy @ Sasibhushan Rao Chanthati</a:t>
            </a:r>
          </a:p>
        </p:txBody>
      </p:sp>
      <p:sp>
        <p:nvSpPr>
          <p:cNvPr id="3" name="Title 1">
            <a:extLst>
              <a:ext uri="{FF2B5EF4-FFF2-40B4-BE49-F238E27FC236}">
                <a16:creationId xmlns:a16="http://schemas.microsoft.com/office/drawing/2014/main" id="{DE7B9AE3-7E4F-AF71-87CF-533FB266A289}"/>
              </a:ext>
            </a:extLst>
          </p:cNvPr>
          <p:cNvSpPr txBox="1">
            <a:spLocks/>
          </p:cNvSpPr>
          <p:nvPr/>
        </p:nvSpPr>
        <p:spPr>
          <a:xfrm>
            <a:off x="127591" y="1388927"/>
            <a:ext cx="7644809" cy="4830898"/>
          </a:xfrm>
          <a:prstGeom prst="rect">
            <a:avLst/>
          </a:prstGeom>
        </p:spPr>
        <p:txBody>
          <a:bodyPr vert="horz" lIns="91440" tIns="45720" rIns="91440" bIns="45720" rtlCol="0" anchor="b">
            <a:norm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l">
              <a:lnSpc>
                <a:spcPct val="90000"/>
              </a:lnSpc>
            </a:pPr>
            <a:endParaRPr lang="en-US" sz="2800" dirty="0"/>
          </a:p>
        </p:txBody>
      </p:sp>
      <p:sp>
        <p:nvSpPr>
          <p:cNvPr id="7" name="AutoShape 2" descr="Real-Time Trustworthy AI Architecture">
            <a:extLst>
              <a:ext uri="{FF2B5EF4-FFF2-40B4-BE49-F238E27FC236}">
                <a16:creationId xmlns:a16="http://schemas.microsoft.com/office/drawing/2014/main" id="{50CD97E2-C28B-EEF3-81FA-594BDD2B1F49}"/>
              </a:ext>
            </a:extLst>
          </p:cNvPr>
          <p:cNvSpPr>
            <a:spLocks noChangeAspect="1" noChangeArrowheads="1"/>
          </p:cNvSpPr>
          <p:nvPr/>
        </p:nvSpPr>
        <p:spPr bwMode="auto">
          <a:xfrm>
            <a:off x="41275" y="-7620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aphicFrame>
        <p:nvGraphicFramePr>
          <p:cNvPr id="5" name="Content Placeholder 2">
            <a:extLst>
              <a:ext uri="{FF2B5EF4-FFF2-40B4-BE49-F238E27FC236}">
                <a16:creationId xmlns:a16="http://schemas.microsoft.com/office/drawing/2014/main" id="{91807E25-F086-C7E1-57C4-FD4F0CC51F8D}"/>
              </a:ext>
            </a:extLst>
          </p:cNvPr>
          <p:cNvGraphicFramePr>
            <a:graphicFrameLocks noGrp="1"/>
          </p:cNvGraphicFramePr>
          <p:nvPr>
            <p:ph idx="1"/>
            <p:extLst>
              <p:ext uri="{D42A27DB-BD31-4B8C-83A1-F6EECF244321}">
                <p14:modId xmlns:p14="http://schemas.microsoft.com/office/powerpoint/2010/main" val="2555766298"/>
              </p:ext>
            </p:extLst>
          </p:nvPr>
        </p:nvGraphicFramePr>
        <p:xfrm>
          <a:off x="193674" y="160656"/>
          <a:ext cx="5367154" cy="144486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6" name="Picture 5">
            <a:extLst>
              <a:ext uri="{FF2B5EF4-FFF2-40B4-BE49-F238E27FC236}">
                <a16:creationId xmlns:a16="http://schemas.microsoft.com/office/drawing/2014/main" id="{CD544B8A-42A1-FBF3-C254-8B9682C99CD2}"/>
              </a:ext>
            </a:extLst>
          </p:cNvPr>
          <p:cNvPicPr>
            <a:picLocks noChangeAspect="1"/>
          </p:cNvPicPr>
          <p:nvPr/>
        </p:nvPicPr>
        <p:blipFill>
          <a:blip r:embed="rId8"/>
          <a:stretch>
            <a:fillRect/>
          </a:stretch>
        </p:blipFill>
        <p:spPr>
          <a:xfrm>
            <a:off x="100949" y="1796448"/>
            <a:ext cx="4983142" cy="4331302"/>
          </a:xfrm>
          <a:prstGeom prst="rect">
            <a:avLst/>
          </a:prstGeom>
        </p:spPr>
      </p:pic>
      <p:pic>
        <p:nvPicPr>
          <p:cNvPr id="10" name="Picture 9">
            <a:extLst>
              <a:ext uri="{FF2B5EF4-FFF2-40B4-BE49-F238E27FC236}">
                <a16:creationId xmlns:a16="http://schemas.microsoft.com/office/drawing/2014/main" id="{8873D5EA-E8A2-2FBD-E38F-1568D4F6F84D}"/>
              </a:ext>
            </a:extLst>
          </p:cNvPr>
          <p:cNvPicPr>
            <a:picLocks noChangeAspect="1"/>
          </p:cNvPicPr>
          <p:nvPr/>
        </p:nvPicPr>
        <p:blipFill>
          <a:blip r:embed="rId9"/>
          <a:stretch>
            <a:fillRect/>
          </a:stretch>
        </p:blipFill>
        <p:spPr>
          <a:xfrm>
            <a:off x="5084091" y="3429000"/>
            <a:ext cx="3531990" cy="1929810"/>
          </a:xfrm>
          <a:prstGeom prst="rect">
            <a:avLst/>
          </a:prstGeom>
        </p:spPr>
      </p:pic>
    </p:spTree>
    <p:extLst>
      <p:ext uri="{BB962C8B-B14F-4D97-AF65-F5344CB8AC3E}">
        <p14:creationId xmlns:p14="http://schemas.microsoft.com/office/powerpoint/2010/main" val="402417118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37D9592C-AB2C-93CC-E74D-71D27F3DFE03}"/>
            </a:ext>
          </a:extLst>
        </p:cNvPr>
        <p:cNvGrpSpPr/>
        <p:nvPr/>
      </p:nvGrpSpPr>
      <p:grpSpPr>
        <a:xfrm>
          <a:off x="0" y="0"/>
          <a:ext cx="0" cy="0"/>
          <a:chOff x="0" y="0"/>
          <a:chExt cx="0" cy="0"/>
        </a:xfrm>
      </p:grpSpPr>
      <p:sp useBgFill="1">
        <p:nvSpPr>
          <p:cNvPr id="34" name="Rectangle 33">
            <a:extLst>
              <a:ext uri="{FF2B5EF4-FFF2-40B4-BE49-F238E27FC236}">
                <a16:creationId xmlns:a16="http://schemas.microsoft.com/office/drawing/2014/main" id="{F98A90E5-F298-A6A4-ACB4-72294128D5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35" name="Arc 34">
            <a:extLst>
              <a:ext uri="{FF2B5EF4-FFF2-40B4-BE49-F238E27FC236}">
                <a16:creationId xmlns:a16="http://schemas.microsoft.com/office/drawing/2014/main" id="{65BFDB19-78FE-F933-0801-877A5381C19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6269068">
            <a:off x="6164896" y="3712762"/>
            <a:ext cx="2987899" cy="2240924"/>
          </a:xfrm>
          <a:prstGeom prst="arc">
            <a:avLst>
              <a:gd name="adj1" fmla="val 14441841"/>
              <a:gd name="adj2" fmla="val 0"/>
            </a:avLst>
          </a:prstGeom>
          <a:ln w="127000" cap="rnd">
            <a:solidFill>
              <a:schemeClr val="accent4"/>
            </a:solidFill>
            <a:prstDash val="dash"/>
            <a:miter lim="800000"/>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4" name="Footer Placeholder 3">
            <a:extLst>
              <a:ext uri="{FF2B5EF4-FFF2-40B4-BE49-F238E27FC236}">
                <a16:creationId xmlns:a16="http://schemas.microsoft.com/office/drawing/2014/main" id="{0292349A-6653-4066-8683-5D125FE48B9F}"/>
              </a:ext>
            </a:extLst>
          </p:cNvPr>
          <p:cNvSpPr>
            <a:spLocks noGrp="1"/>
          </p:cNvSpPr>
          <p:nvPr>
            <p:ph type="ftr" sz="quarter" idx="11"/>
          </p:nvPr>
        </p:nvSpPr>
        <p:spPr>
          <a:xfrm>
            <a:off x="3028950" y="6356350"/>
            <a:ext cx="3086100" cy="365125"/>
          </a:xfrm>
        </p:spPr>
        <p:txBody>
          <a:bodyPr>
            <a:normAutofit/>
          </a:bodyPr>
          <a:lstStyle/>
          <a:p>
            <a:pPr>
              <a:spcAft>
                <a:spcPts val="600"/>
              </a:spcAft>
            </a:pPr>
            <a:r>
              <a:rPr lang="en-US"/>
              <a:t>Copy @ Sasibhushan Rao Chanthati</a:t>
            </a:r>
          </a:p>
        </p:txBody>
      </p:sp>
      <p:sp>
        <p:nvSpPr>
          <p:cNvPr id="3" name="Title 1">
            <a:extLst>
              <a:ext uri="{FF2B5EF4-FFF2-40B4-BE49-F238E27FC236}">
                <a16:creationId xmlns:a16="http://schemas.microsoft.com/office/drawing/2014/main" id="{27232B9C-F24B-C682-E09B-275EC6115A81}"/>
              </a:ext>
            </a:extLst>
          </p:cNvPr>
          <p:cNvSpPr txBox="1">
            <a:spLocks/>
          </p:cNvSpPr>
          <p:nvPr/>
        </p:nvSpPr>
        <p:spPr>
          <a:xfrm>
            <a:off x="127591" y="1388927"/>
            <a:ext cx="7644809" cy="4830898"/>
          </a:xfrm>
          <a:prstGeom prst="rect">
            <a:avLst/>
          </a:prstGeom>
        </p:spPr>
        <p:txBody>
          <a:bodyPr vert="horz" lIns="91440" tIns="45720" rIns="91440" bIns="45720" rtlCol="0" anchor="b">
            <a:norm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l">
              <a:lnSpc>
                <a:spcPct val="90000"/>
              </a:lnSpc>
            </a:pPr>
            <a:endParaRPr lang="en-US" sz="2800" dirty="0"/>
          </a:p>
        </p:txBody>
      </p:sp>
      <p:sp>
        <p:nvSpPr>
          <p:cNvPr id="7" name="AutoShape 2" descr="Real-Time Trustworthy AI Architecture">
            <a:extLst>
              <a:ext uri="{FF2B5EF4-FFF2-40B4-BE49-F238E27FC236}">
                <a16:creationId xmlns:a16="http://schemas.microsoft.com/office/drawing/2014/main" id="{07E4B935-294B-82D3-830D-2D482F701818}"/>
              </a:ext>
            </a:extLst>
          </p:cNvPr>
          <p:cNvSpPr>
            <a:spLocks noChangeAspect="1" noChangeArrowheads="1"/>
          </p:cNvSpPr>
          <p:nvPr/>
        </p:nvSpPr>
        <p:spPr bwMode="auto">
          <a:xfrm>
            <a:off x="41275" y="-7620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aphicFrame>
        <p:nvGraphicFramePr>
          <p:cNvPr id="5" name="Content Placeholder 2">
            <a:extLst>
              <a:ext uri="{FF2B5EF4-FFF2-40B4-BE49-F238E27FC236}">
                <a16:creationId xmlns:a16="http://schemas.microsoft.com/office/drawing/2014/main" id="{CFC4D780-E807-62FA-C6FE-0DCAFB5D6001}"/>
              </a:ext>
            </a:extLst>
          </p:cNvPr>
          <p:cNvGraphicFramePr>
            <a:graphicFrameLocks noGrp="1"/>
          </p:cNvGraphicFramePr>
          <p:nvPr>
            <p:ph idx="1"/>
          </p:nvPr>
        </p:nvGraphicFramePr>
        <p:xfrm>
          <a:off x="193674" y="160656"/>
          <a:ext cx="5367154" cy="144486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2" name="Picture 1">
            <a:extLst>
              <a:ext uri="{FF2B5EF4-FFF2-40B4-BE49-F238E27FC236}">
                <a16:creationId xmlns:a16="http://schemas.microsoft.com/office/drawing/2014/main" id="{F59E1B0F-7590-A5D8-3FFE-670FF17A6FE4}"/>
              </a:ext>
            </a:extLst>
          </p:cNvPr>
          <p:cNvPicPr>
            <a:picLocks noChangeAspect="1"/>
          </p:cNvPicPr>
          <p:nvPr/>
        </p:nvPicPr>
        <p:blipFill>
          <a:blip r:embed="rId8"/>
          <a:stretch>
            <a:fillRect/>
          </a:stretch>
        </p:blipFill>
        <p:spPr>
          <a:xfrm>
            <a:off x="127591" y="1766172"/>
            <a:ext cx="4867275" cy="2695575"/>
          </a:xfrm>
          <a:prstGeom prst="rect">
            <a:avLst/>
          </a:prstGeom>
        </p:spPr>
      </p:pic>
      <p:pic>
        <p:nvPicPr>
          <p:cNvPr id="8" name="Picture 7">
            <a:extLst>
              <a:ext uri="{FF2B5EF4-FFF2-40B4-BE49-F238E27FC236}">
                <a16:creationId xmlns:a16="http://schemas.microsoft.com/office/drawing/2014/main" id="{23A0B2FB-FFC4-1C96-D8FE-6E9877B459DD}"/>
              </a:ext>
            </a:extLst>
          </p:cNvPr>
          <p:cNvPicPr>
            <a:picLocks noChangeAspect="1"/>
          </p:cNvPicPr>
          <p:nvPr/>
        </p:nvPicPr>
        <p:blipFill>
          <a:blip r:embed="rId9"/>
          <a:stretch>
            <a:fillRect/>
          </a:stretch>
        </p:blipFill>
        <p:spPr>
          <a:xfrm>
            <a:off x="0" y="4598272"/>
            <a:ext cx="5362575" cy="1876425"/>
          </a:xfrm>
          <a:prstGeom prst="rect">
            <a:avLst/>
          </a:prstGeom>
        </p:spPr>
      </p:pic>
      <p:pic>
        <p:nvPicPr>
          <p:cNvPr id="14" name="Picture 13">
            <a:extLst>
              <a:ext uri="{FF2B5EF4-FFF2-40B4-BE49-F238E27FC236}">
                <a16:creationId xmlns:a16="http://schemas.microsoft.com/office/drawing/2014/main" id="{EE665E20-1707-A31B-9BAE-7B23DDC146D9}"/>
              </a:ext>
            </a:extLst>
          </p:cNvPr>
          <p:cNvPicPr>
            <a:picLocks noChangeAspect="1"/>
          </p:cNvPicPr>
          <p:nvPr/>
        </p:nvPicPr>
        <p:blipFill>
          <a:blip r:embed="rId10"/>
          <a:stretch>
            <a:fillRect/>
          </a:stretch>
        </p:blipFill>
        <p:spPr>
          <a:xfrm>
            <a:off x="5005499" y="2994443"/>
            <a:ext cx="3740261" cy="1182405"/>
          </a:xfrm>
          <a:prstGeom prst="rect">
            <a:avLst/>
          </a:prstGeom>
        </p:spPr>
      </p:pic>
    </p:spTree>
    <p:extLst>
      <p:ext uri="{BB962C8B-B14F-4D97-AF65-F5344CB8AC3E}">
        <p14:creationId xmlns:p14="http://schemas.microsoft.com/office/powerpoint/2010/main" val="417386656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764E7ECC-8F12-5AA7-6770-4ECA18C79C88}"/>
            </a:ext>
          </a:extLst>
        </p:cNvPr>
        <p:cNvGrpSpPr/>
        <p:nvPr/>
      </p:nvGrpSpPr>
      <p:grpSpPr>
        <a:xfrm>
          <a:off x="0" y="0"/>
          <a:ext cx="0" cy="0"/>
          <a:chOff x="0" y="0"/>
          <a:chExt cx="0" cy="0"/>
        </a:xfrm>
      </p:grpSpPr>
      <p:sp useBgFill="1">
        <p:nvSpPr>
          <p:cNvPr id="34" name="Rectangle 33">
            <a:extLst>
              <a:ext uri="{FF2B5EF4-FFF2-40B4-BE49-F238E27FC236}">
                <a16:creationId xmlns:a16="http://schemas.microsoft.com/office/drawing/2014/main" id="{18FBD501-5FE0-D26C-FBDD-35B277A0621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35" name="Arc 34">
            <a:extLst>
              <a:ext uri="{FF2B5EF4-FFF2-40B4-BE49-F238E27FC236}">
                <a16:creationId xmlns:a16="http://schemas.microsoft.com/office/drawing/2014/main" id="{F1E3F4D0-E86C-61CA-E5AC-E3B91125F57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6269068">
            <a:off x="6164896" y="3712762"/>
            <a:ext cx="2987899" cy="2240924"/>
          </a:xfrm>
          <a:prstGeom prst="arc">
            <a:avLst>
              <a:gd name="adj1" fmla="val 14441841"/>
              <a:gd name="adj2" fmla="val 0"/>
            </a:avLst>
          </a:prstGeom>
          <a:ln w="127000" cap="rnd">
            <a:solidFill>
              <a:schemeClr val="accent4"/>
            </a:solidFill>
            <a:prstDash val="dash"/>
            <a:miter lim="800000"/>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4" name="Footer Placeholder 3">
            <a:extLst>
              <a:ext uri="{FF2B5EF4-FFF2-40B4-BE49-F238E27FC236}">
                <a16:creationId xmlns:a16="http://schemas.microsoft.com/office/drawing/2014/main" id="{CBF831CE-0853-5FA5-C78C-517BD716498A}"/>
              </a:ext>
            </a:extLst>
          </p:cNvPr>
          <p:cNvSpPr>
            <a:spLocks noGrp="1"/>
          </p:cNvSpPr>
          <p:nvPr>
            <p:ph type="ftr" sz="quarter" idx="11"/>
          </p:nvPr>
        </p:nvSpPr>
        <p:spPr>
          <a:xfrm>
            <a:off x="3028950" y="6356350"/>
            <a:ext cx="3086100" cy="365125"/>
          </a:xfrm>
        </p:spPr>
        <p:txBody>
          <a:bodyPr>
            <a:normAutofit/>
          </a:bodyPr>
          <a:lstStyle/>
          <a:p>
            <a:pPr>
              <a:spcAft>
                <a:spcPts val="600"/>
              </a:spcAft>
            </a:pPr>
            <a:r>
              <a:rPr lang="en-US"/>
              <a:t>Copy @ Sasibhushan Rao Chanthati</a:t>
            </a:r>
          </a:p>
        </p:txBody>
      </p:sp>
      <p:sp>
        <p:nvSpPr>
          <p:cNvPr id="3" name="Title 1">
            <a:extLst>
              <a:ext uri="{FF2B5EF4-FFF2-40B4-BE49-F238E27FC236}">
                <a16:creationId xmlns:a16="http://schemas.microsoft.com/office/drawing/2014/main" id="{66B76317-CE0A-98C2-AFE3-D4BED14F438D}"/>
              </a:ext>
            </a:extLst>
          </p:cNvPr>
          <p:cNvSpPr txBox="1">
            <a:spLocks/>
          </p:cNvSpPr>
          <p:nvPr/>
        </p:nvSpPr>
        <p:spPr>
          <a:xfrm>
            <a:off x="76576" y="1388927"/>
            <a:ext cx="7644809" cy="4830898"/>
          </a:xfrm>
          <a:prstGeom prst="rect">
            <a:avLst/>
          </a:prstGeom>
        </p:spPr>
        <p:txBody>
          <a:bodyPr vert="horz" lIns="91440" tIns="45720" rIns="91440" bIns="45720" rtlCol="0" anchor="b">
            <a:norm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l">
              <a:lnSpc>
                <a:spcPct val="90000"/>
              </a:lnSpc>
            </a:pPr>
            <a:endParaRPr lang="en-US" sz="2800" dirty="0"/>
          </a:p>
        </p:txBody>
      </p:sp>
      <p:sp>
        <p:nvSpPr>
          <p:cNvPr id="7" name="AutoShape 2" descr="Real-Time Trustworthy AI Architecture">
            <a:extLst>
              <a:ext uri="{FF2B5EF4-FFF2-40B4-BE49-F238E27FC236}">
                <a16:creationId xmlns:a16="http://schemas.microsoft.com/office/drawing/2014/main" id="{D718B0BD-3A4C-E9F7-E4C0-A89BD1EBD72F}"/>
              </a:ext>
            </a:extLst>
          </p:cNvPr>
          <p:cNvSpPr>
            <a:spLocks noChangeAspect="1" noChangeArrowheads="1"/>
          </p:cNvSpPr>
          <p:nvPr/>
        </p:nvSpPr>
        <p:spPr bwMode="auto">
          <a:xfrm>
            <a:off x="41275" y="-7620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aphicFrame>
        <p:nvGraphicFramePr>
          <p:cNvPr id="5" name="Content Placeholder 2">
            <a:extLst>
              <a:ext uri="{FF2B5EF4-FFF2-40B4-BE49-F238E27FC236}">
                <a16:creationId xmlns:a16="http://schemas.microsoft.com/office/drawing/2014/main" id="{7AE5E8D6-9233-866B-2370-15BE8E96601E}"/>
              </a:ext>
            </a:extLst>
          </p:cNvPr>
          <p:cNvGraphicFramePr>
            <a:graphicFrameLocks noGrp="1"/>
          </p:cNvGraphicFramePr>
          <p:nvPr>
            <p:ph idx="1"/>
            <p:extLst>
              <p:ext uri="{D42A27DB-BD31-4B8C-83A1-F6EECF244321}">
                <p14:modId xmlns:p14="http://schemas.microsoft.com/office/powerpoint/2010/main" val="1870074905"/>
              </p:ext>
            </p:extLst>
          </p:nvPr>
        </p:nvGraphicFramePr>
        <p:xfrm>
          <a:off x="202018" y="160656"/>
          <a:ext cx="4167963" cy="102468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6" name="Picture 5">
            <a:extLst>
              <a:ext uri="{FF2B5EF4-FFF2-40B4-BE49-F238E27FC236}">
                <a16:creationId xmlns:a16="http://schemas.microsoft.com/office/drawing/2014/main" id="{67A4C274-C9C1-EEBE-B3FB-803782F33F73}"/>
              </a:ext>
            </a:extLst>
          </p:cNvPr>
          <p:cNvPicPr>
            <a:picLocks noChangeAspect="1"/>
          </p:cNvPicPr>
          <p:nvPr/>
        </p:nvPicPr>
        <p:blipFill>
          <a:blip r:embed="rId8"/>
          <a:stretch>
            <a:fillRect/>
          </a:stretch>
        </p:blipFill>
        <p:spPr>
          <a:xfrm>
            <a:off x="202018" y="1388927"/>
            <a:ext cx="4076595" cy="1363527"/>
          </a:xfrm>
          <a:prstGeom prst="rect">
            <a:avLst/>
          </a:prstGeom>
        </p:spPr>
      </p:pic>
      <p:pic>
        <p:nvPicPr>
          <p:cNvPr id="10" name="Picture 9">
            <a:extLst>
              <a:ext uri="{FF2B5EF4-FFF2-40B4-BE49-F238E27FC236}">
                <a16:creationId xmlns:a16="http://schemas.microsoft.com/office/drawing/2014/main" id="{A70D8188-CD7B-598E-5C76-4BBD946B855C}"/>
              </a:ext>
            </a:extLst>
          </p:cNvPr>
          <p:cNvPicPr>
            <a:picLocks noChangeAspect="1"/>
          </p:cNvPicPr>
          <p:nvPr/>
        </p:nvPicPr>
        <p:blipFill>
          <a:blip r:embed="rId9"/>
          <a:stretch>
            <a:fillRect/>
          </a:stretch>
        </p:blipFill>
        <p:spPr>
          <a:xfrm>
            <a:off x="2851087" y="2675436"/>
            <a:ext cx="4076595" cy="3682980"/>
          </a:xfrm>
          <a:prstGeom prst="rect">
            <a:avLst/>
          </a:prstGeom>
        </p:spPr>
      </p:pic>
    </p:spTree>
    <p:extLst>
      <p:ext uri="{BB962C8B-B14F-4D97-AF65-F5344CB8AC3E}">
        <p14:creationId xmlns:p14="http://schemas.microsoft.com/office/powerpoint/2010/main" val="190887015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256B2C21-A230-48C0-8DF1-C46611373C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914813" y="1914812"/>
            <a:ext cx="6858000" cy="3028377"/>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3847E18C-932D-4C95-AABA-FEC7C9499A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914814" y="1924949"/>
            <a:ext cx="6857999" cy="302837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3150CB11-0C61-439E-910F-5787759E72A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263195" y="4092815"/>
            <a:ext cx="2501979" cy="302838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Freeform: Shape 16">
            <a:extLst>
              <a:ext uri="{FF2B5EF4-FFF2-40B4-BE49-F238E27FC236}">
                <a16:creationId xmlns:a16="http://schemas.microsoft.com/office/drawing/2014/main" id="{43F8A58B-5155-44CE-A5FF-7647B47D0A7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376302" y="969718"/>
            <a:ext cx="292526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9" name="Rectangle 18">
            <a:extLst>
              <a:ext uri="{FF2B5EF4-FFF2-40B4-BE49-F238E27FC236}">
                <a16:creationId xmlns:a16="http://schemas.microsoft.com/office/drawing/2014/main" id="{443F2ACA-E6D6-4028-82DD-F03C262D5D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914822" y="1914808"/>
            <a:ext cx="6858003" cy="3028376"/>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0" y="1062682"/>
            <a:ext cx="3028368" cy="3123054"/>
          </a:xfrm>
        </p:spPr>
        <p:txBody>
          <a:bodyPr anchor="b">
            <a:normAutofit/>
          </a:bodyPr>
          <a:lstStyle/>
          <a:p>
            <a:pPr algn="l"/>
            <a:br>
              <a:rPr lang="en-US" sz="1600" b="1" dirty="0">
                <a:solidFill>
                  <a:srgbClr val="FFFF00"/>
                </a:solidFill>
              </a:rPr>
            </a:br>
            <a:r>
              <a:rPr lang="en-US" sz="1600" b="1" dirty="0">
                <a:solidFill>
                  <a:srgbClr val="FFFF00"/>
                </a:solidFill>
              </a:rPr>
              <a:t>Thank you</a:t>
            </a:r>
            <a:br>
              <a:rPr lang="en-US" sz="1600" b="1" dirty="0">
                <a:solidFill>
                  <a:srgbClr val="FFFF00"/>
                </a:solidFill>
              </a:rPr>
            </a:br>
            <a:r>
              <a:rPr lang="en-US" sz="1600" b="1" dirty="0">
                <a:solidFill>
                  <a:srgbClr val="FFFF00"/>
                </a:solidFill>
              </a:rPr>
              <a:t>Sasibhushan Rao Chanthati </a:t>
            </a:r>
            <a:br>
              <a:rPr lang="en-US" sz="1600" b="1" dirty="0">
                <a:solidFill>
                  <a:srgbClr val="FFFF00"/>
                </a:solidFill>
              </a:rPr>
            </a:br>
            <a:r>
              <a:rPr lang="en-US" sz="1600" b="1" dirty="0">
                <a:solidFill>
                  <a:srgbClr val="FFFF00"/>
                </a:solidFill>
              </a:rPr>
              <a:t>sasichanthati@gmail.com</a:t>
            </a:r>
            <a:br>
              <a:rPr lang="en-US" sz="1600" b="1" dirty="0">
                <a:solidFill>
                  <a:srgbClr val="FFFF00"/>
                </a:solidFill>
              </a:rPr>
            </a:br>
            <a:endParaRPr lang="en-US" sz="1600" b="1" dirty="0">
              <a:solidFill>
                <a:srgbClr val="FFFF00"/>
              </a:solidFill>
            </a:endParaRPr>
          </a:p>
        </p:txBody>
      </p:sp>
      <p:graphicFrame>
        <p:nvGraphicFramePr>
          <p:cNvPr id="5" name="Content Placeholder 2">
            <a:extLst>
              <a:ext uri="{FF2B5EF4-FFF2-40B4-BE49-F238E27FC236}">
                <a16:creationId xmlns:a16="http://schemas.microsoft.com/office/drawing/2014/main" id="{48605811-AA4A-2FAC-CBCE-710A9EA64EED}"/>
              </a:ext>
            </a:extLst>
          </p:cNvPr>
          <p:cNvGraphicFramePr>
            <a:graphicFrameLocks noGrp="1"/>
          </p:cNvGraphicFramePr>
          <p:nvPr>
            <p:ph idx="1"/>
            <p:extLst>
              <p:ext uri="{D42A27DB-BD31-4B8C-83A1-F6EECF244321}">
                <p14:modId xmlns:p14="http://schemas.microsoft.com/office/powerpoint/2010/main" val="1994999789"/>
              </p:ext>
            </p:extLst>
          </p:nvPr>
        </p:nvGraphicFramePr>
        <p:xfrm>
          <a:off x="3124200" y="136525"/>
          <a:ext cx="5554713" cy="606783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4" name="Footer Placeholder 3">
            <a:extLst>
              <a:ext uri="{FF2B5EF4-FFF2-40B4-BE49-F238E27FC236}">
                <a16:creationId xmlns:a16="http://schemas.microsoft.com/office/drawing/2014/main" id="{132C93B0-5719-18D5-1616-FC274CF17DB5}"/>
              </a:ext>
            </a:extLst>
          </p:cNvPr>
          <p:cNvSpPr>
            <a:spLocks noGrp="1"/>
          </p:cNvSpPr>
          <p:nvPr>
            <p:ph type="ftr" sz="quarter" idx="11"/>
          </p:nvPr>
        </p:nvSpPr>
        <p:spPr/>
        <p:txBody>
          <a:bodyPr/>
          <a:lstStyle/>
          <a:p>
            <a:r>
              <a:rPr lang="en-US" dirty="0"/>
              <a:t>Copy @ Sasibhushan Rao Chanthati</a:t>
            </a:r>
          </a:p>
        </p:txBody>
      </p:sp>
      <p:pic>
        <p:nvPicPr>
          <p:cNvPr id="8" name="Picture 7">
            <a:extLst>
              <a:ext uri="{FF2B5EF4-FFF2-40B4-BE49-F238E27FC236}">
                <a16:creationId xmlns:a16="http://schemas.microsoft.com/office/drawing/2014/main" id="{6B3D142E-7235-932A-A0C3-6B2CB5EAB1C5}"/>
              </a:ext>
            </a:extLst>
          </p:cNvPr>
          <p:cNvPicPr>
            <a:picLocks noChangeAspect="1"/>
          </p:cNvPicPr>
          <p:nvPr/>
        </p:nvPicPr>
        <p:blipFill>
          <a:blip r:embed="rId8"/>
          <a:stretch>
            <a:fillRect/>
          </a:stretch>
        </p:blipFill>
        <p:spPr>
          <a:xfrm>
            <a:off x="3124192" y="2137053"/>
            <a:ext cx="4759411" cy="2066778"/>
          </a:xfrm>
          <a:prstGeom prst="rect">
            <a:avLst/>
          </a:prstGeom>
        </p:spPr>
      </p:pic>
      <p:graphicFrame>
        <p:nvGraphicFramePr>
          <p:cNvPr id="6" name="Content Placeholder 2">
            <a:extLst>
              <a:ext uri="{FF2B5EF4-FFF2-40B4-BE49-F238E27FC236}">
                <a16:creationId xmlns:a16="http://schemas.microsoft.com/office/drawing/2014/main" id="{AF0EBF76-6114-7475-24AC-9D64011E6557}"/>
              </a:ext>
            </a:extLst>
          </p:cNvPr>
          <p:cNvGraphicFramePr>
            <a:graphicFrameLocks/>
          </p:cNvGraphicFramePr>
          <p:nvPr>
            <p:extLst>
              <p:ext uri="{D42A27DB-BD31-4B8C-83A1-F6EECF244321}">
                <p14:modId xmlns:p14="http://schemas.microsoft.com/office/powerpoint/2010/main" val="2999486668"/>
              </p:ext>
            </p:extLst>
          </p:nvPr>
        </p:nvGraphicFramePr>
        <p:xfrm>
          <a:off x="3311759" y="4461568"/>
          <a:ext cx="5367154" cy="1444860"/>
        </p:xfrm>
        <a:graphic>
          <a:graphicData uri="http://schemas.openxmlformats.org/drawingml/2006/diagram">
            <dgm:relIds xmlns:dgm="http://schemas.openxmlformats.org/drawingml/2006/diagram" xmlns:r="http://schemas.openxmlformats.org/officeDocument/2006/relationships" r:dm="rId9" r:lo="rId10" r:qs="rId11" r:cs="rId12"/>
          </a:graphicData>
        </a:graphic>
      </p:graphicFrame>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213</TotalTime>
  <Words>697</Words>
  <Application>Microsoft Office PowerPoint</Application>
  <PresentationFormat>On-screen Show (4:3)</PresentationFormat>
  <Paragraphs>93</Paragraphs>
  <Slides>17</Slides>
  <Notes>16</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17</vt:i4>
      </vt:variant>
    </vt:vector>
  </HeadingPairs>
  <TitlesOfParts>
    <vt:vector size="21" baseType="lpstr">
      <vt:lpstr>Aptos</vt:lpstr>
      <vt:lpstr>Arial</vt:lpstr>
      <vt:lpstr>Calibri</vt:lpstr>
      <vt:lpstr>Office Theme</vt:lpstr>
      <vt:lpstr>Designing Trustworthy Artificial Intelligence: Privacy-Preserving Architectures for the Next Generation of Enterprise-Scale Intelligent Systems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 Thank you Sasibhushan Rao Chanthati  sasichanthati@gmail.com </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sasibh</dc:creator>
  <cp:keywords/>
  <dc:description>generated using python-pptx</dc:description>
  <cp:lastModifiedBy>Sasibhushan Chanthati</cp:lastModifiedBy>
  <cp:revision>2</cp:revision>
  <dcterms:created xsi:type="dcterms:W3CDTF">2013-01-27T09:14:16Z</dcterms:created>
  <dcterms:modified xsi:type="dcterms:W3CDTF">2026-06-04T20:42:52Z</dcterms:modified>
  <cp:category/>
</cp:coreProperties>
</file>